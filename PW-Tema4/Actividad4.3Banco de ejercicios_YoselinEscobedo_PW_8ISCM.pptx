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75" r:id="rId3"/>
    <p:sldId id="265" r:id="rId4"/>
    <p:sldId id="266" r:id="rId5"/>
    <p:sldId id="279" r:id="rId6"/>
    <p:sldId id="278" r:id="rId7"/>
    <p:sldId id="277" r:id="rId8"/>
    <p:sldId id="280" r:id="rId9"/>
    <p:sldId id="259" r:id="rId10"/>
    <p:sldId id="274" r:id="rId11"/>
    <p:sldId id="264" r:id="rId12"/>
    <p:sldId id="285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569BB-D1AA-41BC-9020-12FA9072C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541158-CFD6-4C3C-BDE3-79C9F5F31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56E42B-87AB-4AF8-88AF-930AFB336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2299-2572-4464-8163-5DB48D5381ED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AD6A0D-EA8B-453D-AE10-AC76323DA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BB4BCA-5729-478B-B189-05322C120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19591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DBE825-AE03-46CC-B509-C2868569C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C182F8-7F8B-4132-8504-639CE9B6A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B52CFE-7F0E-4B86-A717-CC8B5F37B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D198F-E588-455A-B284-8E22EAD3CEB1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C654AE-C89B-4BEA-A2C6-3A291219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1FBAAC-DACC-40C3-8808-14B34FDC2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598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024A9-ADC0-475C-A4CE-52EC4194E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8DEDB7-2AC4-4038-9094-37466A0EA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127CF8-A74A-4A66-80CA-4069A986E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2C0D-C35E-4F2F-B39F-6965F2AA64C3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E4F050-3352-46A9-9F93-62EEA78D8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20346-687C-4755-BD4B-F4FCB309E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5279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03DBBE-D2E4-4F04-B922-5FD757726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C68BAE-5D08-4DB1-B4F8-B7570F89E7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093BADE-23A4-4D42-A5BB-1FA6BDBCD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2EA602-54A7-45EB-A826-11A0035CF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4AF0-3162-4291-B6C0-CD6AFCA70BF0}" type="datetime1">
              <a:rPr lang="es-MX" smtClean="0"/>
              <a:t>12/06/2026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4EBFCF-024B-4F45-AE25-565676518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EC06DF-BE02-4D50-976E-47B7A16B6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0016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60EC7-1D14-4C95-A1F8-137DF6F3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1B9F03-7F8A-4BB3-8FB2-248C69A9F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31729C-46FF-4211-B612-707528778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1AC62D-32E8-41C0-A71D-01FC60F837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A1F56A6-EE9F-46F9-9F6C-F5C0C65834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C8D94F-CE70-4ACA-A646-58C05D558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8F8A-2C08-4E62-8F8A-0D7DB966BE26}" type="datetime1">
              <a:rPr lang="es-MX" smtClean="0"/>
              <a:t>12/06/2026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5D87F43-1A42-46F0-943E-15A74E844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4D81AF9-C612-4360-9AA5-05A9FA1A3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0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94446-690F-49EA-9935-A793775A3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CEF97F0-CD59-4395-819D-575B099BC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C8E8-3840-4A61-A7FF-E32A40863D48}" type="datetime1">
              <a:rPr lang="es-MX" smtClean="0"/>
              <a:t>12/06/2026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1445D2D-714D-4012-B8DB-9A6A2B38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CCCAFA4-38B3-479F-A478-DA1E2C33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3526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290A9B8-38BB-46D4-9638-31D7C88E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54554-DA6D-45F0-8350-14EC85064622}" type="datetime1">
              <a:rPr lang="es-MX" smtClean="0"/>
              <a:t>12/06/2026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BE665E4-512D-4688-B71F-8EBF1E9EA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6B721AF-AC52-44F9-B8E1-2942BB55C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8643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E4005-27CE-4673-8E2A-3E393024B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6CD5B0-4D5F-4626-8167-9BDAB9E02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60094B-F4D6-45B5-A313-1E20154FF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293834-E6EA-4CA6-85FC-579B32CF7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6B13F-0668-42D1-8B50-D5193F121249}" type="datetime1">
              <a:rPr lang="es-MX" smtClean="0"/>
              <a:t>12/06/2026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CA0BAB-DDE7-4DFE-90A0-23ED6453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23202B5-385C-450E-86FD-EDE657DCA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5823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6DA8C-5A92-4395-8B52-1B64C0012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9150023-BFFF-4E45-BB48-B33318C3A6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ECFF12-0C6F-4BB4-96CE-B003C0EA2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40389C-C27C-4B18-95B7-A39C92F10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B79D-AA1D-4D5B-B550-A83D69A9EA54}" type="datetime1">
              <a:rPr lang="es-MX" smtClean="0"/>
              <a:t>12/06/2026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78831-E1D8-4A43-8974-AB1822DCD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02E3EF-8287-47CA-9B6F-1494D91C6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87680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F10128-0488-488A-9C5F-6BE7434A0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7090DA6-E9CE-4F26-9757-6DB2E7EAF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5E9C56-F4C1-48CE-AE02-C2F84544E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962F6-F9E0-4712-9CF2-45CAFDE39EBF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D66ACF-0E09-42A4-8BD5-A09F849FC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FAB16C-4B13-4E12-9330-698178DFD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1669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2C6105C-27C2-4857-83E2-F751F27E66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4A8E83D-195D-4EFF-9F61-045A05AE4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56A393-A363-4812-8C9C-B24C4199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B940F-DCBD-42E6-9CC2-998F61F5CBFF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B29CA4-6735-4DFB-9D4F-0CDF03416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7443E7-C4C5-4D96-8315-AC8570BF4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237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39B675D-071B-4847-9543-0DCB7D9C7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D314C1-8F19-418C-856F-AC97FC978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BC66FD-9D89-41C0-BC61-80EDD1C39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92D27E-E11C-4E94-B260-FAC56AC4A330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A1CAEC-B7C9-432B-A5D8-7E6453153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C3655C-7C03-453D-8F41-CD80804D8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0600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EC1F6CC-7BF3-471C-ACB4-A42ECE5F5F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399828"/>
            <a:ext cx="1685296" cy="68787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5AFBEAA-4C56-4B12-A262-9A51F25B0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74" t="-1" b="-40163"/>
          <a:stretch/>
        </p:blipFill>
        <p:spPr>
          <a:xfrm>
            <a:off x="5725501" y="309135"/>
            <a:ext cx="1752758" cy="105416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DFEC3B5-7446-4AA9-9BA0-C981DBC6B43E}"/>
              </a:ext>
            </a:extLst>
          </p:cNvPr>
          <p:cNvSpPr txBox="1"/>
          <p:nvPr/>
        </p:nvSpPr>
        <p:spPr>
          <a:xfrm>
            <a:off x="2547226" y="1359301"/>
            <a:ext cx="7234002" cy="53621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Tecnológico Nacional de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Instituto Tecnológico de Frontera Comalapa 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Banco de ejercicios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Programación web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Alumna: Gleysi Yoselin Escobedo López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Semestre: 8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Número de control: 22270456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Carrera: Ingeniería en Sistemas Computacionales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Docente: Ing. 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Francisco Javier Velázquez Mingo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Fecha de entrega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  9 de 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junio de 2026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D4C9BBF-FEB7-426F-9540-01718B54F0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787" b="6206"/>
          <a:stretch/>
        </p:blipFill>
        <p:spPr>
          <a:xfrm>
            <a:off x="2017468" y="122721"/>
            <a:ext cx="2599700" cy="580650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B9732A-2E66-4426-B98C-DE2B98A09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AD80A-BD4B-4644-B5A4-99133F8C760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2595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0CE0191-9C54-491F-AFCD-659839E54898}"/>
              </a:ext>
            </a:extLst>
          </p:cNvPr>
          <p:cNvSpPr txBox="1"/>
          <p:nvPr/>
        </p:nvSpPr>
        <p:spPr>
          <a:xfrm>
            <a:off x="1578009" y="1140937"/>
            <a:ext cx="9305144" cy="342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Introducción</a:t>
            </a: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50000"/>
              </a:lnSpc>
              <a:spcAft>
                <a:spcPts val="800"/>
              </a:spcAft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 presente banco de ejercicios representa el resultado de las prácticas y avances enfocados en la seguridad y el control de acceso dentro del desarrollo de aplicaciones web. Se explora la implementación de roles de usuario (Administrador y Alumno), el objetivo de estos ejercicios es demostrar la capacidad para restringir el acceso a módulos del sistema, gestionar sesiones de usuario de manera eficiente y asegurar que la integridad de la base de datos se mantenga mediante una jerarquía de permisos bien definida. 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0844D1A-B0B6-46CC-A6F2-230A2CC20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C58D8-1624-4D54-ACD0-789AEADE08C3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0446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69FE783-E8E1-4393-A7C7-9A7FFD018D1D}"/>
              </a:ext>
            </a:extLst>
          </p:cNvPr>
          <p:cNvSpPr txBox="1"/>
          <p:nvPr/>
        </p:nvSpPr>
        <p:spPr>
          <a:xfrm>
            <a:off x="1559542" y="1304383"/>
            <a:ext cx="9305144" cy="3103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Justificación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La importancia de este avance radica en la necesidad de mantener el </a:t>
            </a:r>
            <a:r>
              <a:rPr lang="es-MX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kumimoji="0" lang="es-MX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ontrol</a:t>
            </a: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de acceso </a:t>
            </a:r>
            <a:r>
              <a:rPr lang="es-MX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asado en roles. La realización de estas prácticas permite entender por qué ciertas cuentas, como la del Administrador, deben gestionarse exclusivamente desde el servidor o base de datos para prevenir vulnerabilidades. Asimismo, se comprende por qué </a:t>
            </a:r>
            <a:r>
              <a:rPr kumimoji="0" lang="es-MX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Guards</a:t>
            </a: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es una barrera de software que impide la navegación mediante la manipulación de </a:t>
            </a:r>
            <a:r>
              <a:rPr kumimoji="0" lang="es-MX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URLs</a:t>
            </a: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Al resolver estos ejercicios, se garantiza que el sistema "Solicita-</a:t>
            </a:r>
            <a:r>
              <a:rPr kumimoji="0" lang="es-MX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Tec</a:t>
            </a: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" cumpla con los estándares de seguridad necesarios para ser una herramienta confiable.</a:t>
            </a: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56A23CC-72DB-482E-A641-B0ED1127D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AD80A-BD4B-4644-B5A4-99133F8C760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0629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DA7881A-82EB-41DE-91CA-73B0E1A5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AD80A-BD4B-4644-B5A4-99133F8C760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1F473CB-2005-40D1-8FFE-0A60F437808E}"/>
              </a:ext>
            </a:extLst>
          </p:cNvPr>
          <p:cNvSpPr txBox="1"/>
          <p:nvPr/>
        </p:nvSpPr>
        <p:spPr>
          <a:xfrm>
            <a:off x="483777" y="1476774"/>
            <a:ext cx="4881599" cy="3575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Ajuste en el manejo de roles y seguridad de navegación- Administrador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lang="es-MX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perfil de administrador es el que mayor seguridad debe tener, por lo tanto en este caso dentro de la aplicación no se puede crear una cuenta de administrador; las credenciales necesarias deben crearse en la base de datos directamente.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lang="es-MX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Esto se puede comprobar en la interfaz de la pantalla de </a:t>
            </a:r>
            <a:r>
              <a:rPr lang="es-MX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login</a:t>
            </a:r>
            <a:r>
              <a:rPr lang="es-MX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D5ED3A3-6965-4F69-B719-B91E20BF87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97" t="4880" r="8676" b="16062"/>
          <a:stretch/>
        </p:blipFill>
        <p:spPr>
          <a:xfrm>
            <a:off x="5741893" y="1543058"/>
            <a:ext cx="6089216" cy="3186954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90DD9802-DBFC-476A-B61A-5600A0E7AD7E}"/>
              </a:ext>
            </a:extLst>
          </p:cNvPr>
          <p:cNvCxnSpPr/>
          <p:nvPr/>
        </p:nvCxnSpPr>
        <p:spPr>
          <a:xfrm flipH="1">
            <a:off x="9251576" y="2844071"/>
            <a:ext cx="981636" cy="58492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0531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DA7881A-82EB-41DE-91CA-73B0E1A5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AD80A-BD4B-4644-B5A4-99133F8C760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1F473CB-2005-40D1-8FFE-0A60F437808E}"/>
              </a:ext>
            </a:extLst>
          </p:cNvPr>
          <p:cNvSpPr txBox="1"/>
          <p:nvPr/>
        </p:nvSpPr>
        <p:spPr>
          <a:xfrm>
            <a:off x="510671" y="1721658"/>
            <a:ext cx="4881599" cy="3206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Ajuste en el manejo de roles y seguridad de navegación- Administrador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lang="es-MX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vez configurado el rol de administrador y añadiendo la protección de rutas, se procedió a crear un usuario con este rol, directamente desde la base de datos en la tabla “perfiles”.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lang="es-MX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este caso se modificó un usuario ya existente, únicamente editándolo como administrador.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0979A7E-61BE-4CC7-94AC-81819F2177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471" t="6117" r="-686" b="6664"/>
          <a:stretch/>
        </p:blipFill>
        <p:spPr>
          <a:xfrm>
            <a:off x="5858753" y="1606906"/>
            <a:ext cx="5822576" cy="3200400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28AC73A9-3BE9-4978-ADCB-F2F47623C77A}"/>
              </a:ext>
            </a:extLst>
          </p:cNvPr>
          <p:cNvCxnSpPr/>
          <p:nvPr/>
        </p:nvCxnSpPr>
        <p:spPr>
          <a:xfrm flipH="1">
            <a:off x="9982200" y="2937889"/>
            <a:ext cx="363071" cy="84716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190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DA7881A-82EB-41DE-91CA-73B0E1A5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AD80A-BD4B-4644-B5A4-99133F8C760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1F473CB-2005-40D1-8FFE-0A60F437808E}"/>
              </a:ext>
            </a:extLst>
          </p:cNvPr>
          <p:cNvSpPr txBox="1"/>
          <p:nvPr/>
        </p:nvSpPr>
        <p:spPr>
          <a:xfrm>
            <a:off x="510671" y="1721658"/>
            <a:ext cx="4881599" cy="2365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Ajuste en el manejo de roles y seguridad de navegación- Administrador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lang="es-MX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perfil de alumno tiene permitido crear una nueva cuenta directamente en la aplicación y posteriormente iniciar sesión para validar los datos ingresados en la base de datos.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EBC94DC-B6DB-44AD-AF68-E66AEE505F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56" t="5861" r="9669" b="13511"/>
          <a:stretch/>
        </p:blipFill>
        <p:spPr>
          <a:xfrm>
            <a:off x="5895860" y="714749"/>
            <a:ext cx="5744167" cy="3086082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7364A177-8BE6-4E06-9883-5E2C8BE13FD7}"/>
              </a:ext>
            </a:extLst>
          </p:cNvPr>
          <p:cNvCxnSpPr/>
          <p:nvPr/>
        </p:nvCxnSpPr>
        <p:spPr>
          <a:xfrm flipH="1">
            <a:off x="9206966" y="2481196"/>
            <a:ext cx="981636" cy="58492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>
            <a:extLst>
              <a:ext uri="{FF2B5EF4-FFF2-40B4-BE49-F238E27FC236}">
                <a16:creationId xmlns:a16="http://schemas.microsoft.com/office/drawing/2014/main" id="{28C604E4-F87B-4C05-8858-7F8051303F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75" t="4856" r="10699" b="23582"/>
          <a:stretch/>
        </p:blipFill>
        <p:spPr>
          <a:xfrm>
            <a:off x="7242629" y="4430368"/>
            <a:ext cx="3317902" cy="157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937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DA7881A-82EB-41DE-91CA-73B0E1A5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AD80A-BD4B-4644-B5A4-99133F8C760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1F473CB-2005-40D1-8FFE-0A60F437808E}"/>
              </a:ext>
            </a:extLst>
          </p:cNvPr>
          <p:cNvSpPr txBox="1"/>
          <p:nvPr/>
        </p:nvSpPr>
        <p:spPr>
          <a:xfrm>
            <a:off x="483777" y="1410252"/>
            <a:ext cx="5176794" cy="3678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Ajuste en el manejo de roles y seguridad de navegación-Alumno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lang="es-MX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utiliza para proteger rutas y decidir si un usuario puede acceder o no a una página determinada.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lang="es-MX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 intentar navegar por la página modificando la ruta se activa la seguridad y bloquea ese acceso no autorizado, redirigiéndolos al </a:t>
            </a:r>
            <a:r>
              <a:rPr lang="es-MX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Login</a:t>
            </a:r>
            <a:r>
              <a:rPr lang="es-MX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ingresar correctamente.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B69E29E-5C07-4E60-AEFB-729A131016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52" t="4846" r="3968" b="26126"/>
          <a:stretch/>
        </p:blipFill>
        <p:spPr>
          <a:xfrm>
            <a:off x="5910819" y="1611086"/>
            <a:ext cx="5797404" cy="2569027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F108F63-931A-4B40-89AB-55565BC66D7F}"/>
              </a:ext>
            </a:extLst>
          </p:cNvPr>
          <p:cNvCxnSpPr/>
          <p:nvPr/>
        </p:nvCxnSpPr>
        <p:spPr>
          <a:xfrm flipH="1" flipV="1">
            <a:off x="7097486" y="1727200"/>
            <a:ext cx="1698171" cy="10160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8018EAB1-C029-4FD2-AA4C-180BA4D94C0B}"/>
              </a:ext>
            </a:extLst>
          </p:cNvPr>
          <p:cNvCxnSpPr/>
          <p:nvPr/>
        </p:nvCxnSpPr>
        <p:spPr>
          <a:xfrm>
            <a:off x="7257143" y="1915886"/>
            <a:ext cx="1016000" cy="78377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817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DA7881A-82EB-41DE-91CA-73B0E1A5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AD80A-BD4B-4644-B5A4-99133F8C760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1F473CB-2005-40D1-8FFE-0A60F437808E}"/>
              </a:ext>
            </a:extLst>
          </p:cNvPr>
          <p:cNvSpPr txBox="1"/>
          <p:nvPr/>
        </p:nvSpPr>
        <p:spPr>
          <a:xfrm>
            <a:off x="483777" y="1410252"/>
            <a:ext cx="5176794" cy="2837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Ajuste en el manejo de roles y seguridad de navegación-Alumno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lang="es-MX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bloquea el acceso no autorizado, redirigiéndolos al </a:t>
            </a:r>
            <a:r>
              <a:rPr lang="es-MX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Login</a:t>
            </a:r>
            <a:r>
              <a:rPr lang="es-MX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ingresar correctamente. Esto se pudo identificar al realizar las pruebas con alumno y administrador.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40000DC-C78A-4EA3-9066-4D2EDE0783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67" t="5481" r="8333" b="23374"/>
          <a:stretch/>
        </p:blipFill>
        <p:spPr>
          <a:xfrm>
            <a:off x="5936343" y="1625599"/>
            <a:ext cx="5890989" cy="277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463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124172E-42B1-405A-B63F-6C173C56D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AD80A-BD4B-4644-B5A4-99133F8C760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D610B8-9745-460B-9D24-F4FF8A33A1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92" t="5618" r="2837" b="15604"/>
          <a:stretch/>
        </p:blipFill>
        <p:spPr>
          <a:xfrm>
            <a:off x="6286500" y="686028"/>
            <a:ext cx="5245100" cy="24384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BEFD580-EAF2-48A7-A5A5-EC87679D3271}"/>
              </a:ext>
            </a:extLst>
          </p:cNvPr>
          <p:cNvSpPr txBox="1"/>
          <p:nvPr/>
        </p:nvSpPr>
        <p:spPr>
          <a:xfrm>
            <a:off x="660400" y="686028"/>
            <a:ext cx="4749800" cy="5852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s-MX" sz="1800" b="1" dirty="0">
                <a:solidFill>
                  <a:prstClr val="black"/>
                </a:solidFill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Botón para cerrar sesión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s-MX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permitir que los usuarios finalicen su sesión de manera segura, se implementó una funcionalidad de cierre de sesión utilizando los servicios de autenticación de </a:t>
            </a:r>
            <a:r>
              <a:rPr lang="es-MX" sz="1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Supabase</a:t>
            </a:r>
            <a:r>
              <a:rPr lang="es-MX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Tx/>
              <a:buAutoNum type="arabicPeriod"/>
              <a:defRPr/>
            </a:pPr>
            <a:r>
              <a:rPr lang="es-MX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método de cierre de sesión dentro del servicio </a:t>
            </a:r>
            <a:r>
              <a:rPr lang="es-MX" sz="1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SupabaseService</a:t>
            </a:r>
            <a:r>
              <a:rPr lang="es-MX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 el encargado de cerrar la sesión activa del usuario, ya sea administrador o alumno.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Al cerrar sesión la página redirige al usuario a la página de bienvenida.</a:t>
            </a:r>
            <a:endParaRPr lang="es-MX" sz="1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AutoNum type="arabicPeriod"/>
              <a:tabLst/>
              <a:defRPr/>
            </a:pPr>
            <a:endParaRPr lang="es-MX" sz="1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882C470E-E5B5-4480-94DF-70B1C3CDA0C8}"/>
              </a:ext>
            </a:extLst>
          </p:cNvPr>
          <p:cNvCxnSpPr>
            <a:cxnSpLocks/>
          </p:cNvCxnSpPr>
          <p:nvPr/>
        </p:nvCxnSpPr>
        <p:spPr>
          <a:xfrm>
            <a:off x="10290629" y="1288144"/>
            <a:ext cx="751114" cy="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>
            <a:extLst>
              <a:ext uri="{FF2B5EF4-FFF2-40B4-BE49-F238E27FC236}">
                <a16:creationId xmlns:a16="http://schemas.microsoft.com/office/drawing/2014/main" id="{B5C2B0CA-FDCE-420A-BE97-B3E2D4EAB9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17" t="4631" r="12768" b="7294"/>
          <a:stretch/>
        </p:blipFill>
        <p:spPr>
          <a:xfrm>
            <a:off x="6814459" y="3429000"/>
            <a:ext cx="4539341" cy="2747403"/>
          </a:xfrm>
          <a:prstGeom prst="rect">
            <a:avLst/>
          </a:prstGeom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A7B28492-3C08-4D62-A554-38477D3C449C}"/>
              </a:ext>
            </a:extLst>
          </p:cNvPr>
          <p:cNvCxnSpPr>
            <a:cxnSpLocks/>
          </p:cNvCxnSpPr>
          <p:nvPr/>
        </p:nvCxnSpPr>
        <p:spPr>
          <a:xfrm flipH="1">
            <a:off x="10838543" y="1465943"/>
            <a:ext cx="351972" cy="178311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49D3F27-5E31-4A3E-9485-924DCD8BA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AD80A-BD4B-4644-B5A4-99133F8C760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5A379B0-6D07-48C9-AB8E-67A54405E3F6}"/>
              </a:ext>
            </a:extLst>
          </p:cNvPr>
          <p:cNvSpPr txBox="1"/>
          <p:nvPr/>
        </p:nvSpPr>
        <p:spPr>
          <a:xfrm>
            <a:off x="1755058" y="1281864"/>
            <a:ext cx="8681883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</a:p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la elaboración de esta actividad se ha logrado el funcionamiento del sistema de seguridad y gestión de roles. Se comprobó que la aplicación responde correctamente ante intentos de navegación no autorizada, redirigiendo a los usuarios al portal de acceso correspondiente y protegiendo así las rutas de administración y consulta de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alumnos.La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integración de los servicios de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Supabase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para el inicio y cierre de sesión permitieron una navegación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sefura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además es un paso más en el desarrollo de esta aplicación web.</a:t>
            </a:r>
          </a:p>
        </p:txBody>
      </p:sp>
    </p:spTree>
    <p:extLst>
      <p:ext uri="{BB962C8B-B14F-4D97-AF65-F5344CB8AC3E}">
        <p14:creationId xmlns:p14="http://schemas.microsoft.com/office/powerpoint/2010/main" val="1998982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5F54803-36AB-42B2-925B-BCB3F3F0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AD80A-BD4B-4644-B5A4-99133F8C760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ED9B3DC-05D8-4D96-B190-4A50865B4A34}"/>
              </a:ext>
            </a:extLst>
          </p:cNvPr>
          <p:cNvSpPr txBox="1"/>
          <p:nvPr/>
        </p:nvSpPr>
        <p:spPr>
          <a:xfrm>
            <a:off x="1690407" y="849742"/>
            <a:ext cx="8811185" cy="7104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Fuentes de información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Vázquez Escobedo, C. (2026). Tópicos de Programación Web Instituto Tecnológico de Frontera Comalapa.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La presente práctica se llevó a cabo siguiendo las indicaciones del catedrático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Francisco Javier Velázquez Mingo, además de utilizar l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 conocimientos adquiridos durante la asignatura Tópicos de Programación Web  impartida en el periodo enero-junio de 2026.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86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5F54803-36AB-42B2-925B-BCB3F3F0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AD80A-BD4B-4644-B5A4-99133F8C760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ED9B3DC-05D8-4D96-B190-4A50865B4A34}"/>
              </a:ext>
            </a:extLst>
          </p:cNvPr>
          <p:cNvSpPr txBox="1"/>
          <p:nvPr/>
        </p:nvSpPr>
        <p:spPr>
          <a:xfrm>
            <a:off x="1690407" y="849742"/>
            <a:ext cx="8811185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Anexo carpeta que contiene el código fuente correspondiente a este avance “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Proyecto_angular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”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47797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752</Words>
  <Application>Microsoft Office PowerPoint</Application>
  <PresentationFormat>Panorámica</PresentationFormat>
  <Paragraphs>62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Gleysi Yoselin Escobedo López</dc:creator>
  <cp:lastModifiedBy>Gleysi Yoselin Escobedo López</cp:lastModifiedBy>
  <cp:revision>20</cp:revision>
  <dcterms:created xsi:type="dcterms:W3CDTF">2026-06-12T02:01:37Z</dcterms:created>
  <dcterms:modified xsi:type="dcterms:W3CDTF">2026-06-13T03:11:08Z</dcterms:modified>
</cp:coreProperties>
</file>