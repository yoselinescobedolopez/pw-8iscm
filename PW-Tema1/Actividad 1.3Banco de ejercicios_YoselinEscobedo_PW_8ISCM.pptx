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60" r:id="rId4"/>
    <p:sldId id="261" r:id="rId5"/>
    <p:sldId id="257" r:id="rId6"/>
    <p:sldId id="262" r:id="rId7"/>
    <p:sldId id="263" r:id="rId8"/>
    <p:sldId id="264" r:id="rId9"/>
    <p:sldId id="268" r:id="rId10"/>
    <p:sldId id="265" r:id="rId11"/>
    <p:sldId id="269" r:id="rId12"/>
    <p:sldId id="266" r:id="rId13"/>
    <p:sldId id="270" r:id="rId14"/>
    <p:sldId id="271" r:id="rId15"/>
    <p:sldId id="258" r:id="rId16"/>
    <p:sldId id="267"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EE6B37-98FD-489D-8CD4-4D98598E29C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A550B66-E277-4A49-A0E6-83DAEEE2A5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F60CE176-F257-4F1E-8A84-8154496F3133}"/>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5" name="Marcador de pie de página 4">
            <a:extLst>
              <a:ext uri="{FF2B5EF4-FFF2-40B4-BE49-F238E27FC236}">
                <a16:creationId xmlns:a16="http://schemas.microsoft.com/office/drawing/2014/main" id="{282F88A3-5D4C-45F8-9355-D4C8A4CEA65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C9BCB35-07E2-47EB-835B-49361BF2B048}"/>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130174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0497D0-010C-47E3-B102-46C06B9BD1A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CF57A15-6054-43A6-B866-085112F4C87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9DD0C91-DFB5-4948-B928-99590C126410}"/>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5" name="Marcador de pie de página 4">
            <a:extLst>
              <a:ext uri="{FF2B5EF4-FFF2-40B4-BE49-F238E27FC236}">
                <a16:creationId xmlns:a16="http://schemas.microsoft.com/office/drawing/2014/main" id="{4B07D9C9-DA6C-4D07-96E1-F5CCEFBC317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CE02E4A-62E0-4DF0-BBEC-689BFA9DE123}"/>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307756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EF01C8-F988-428D-8661-27490EA07A7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D40880B-892B-4BBB-88A3-B8670BF09C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5F8BB32-C20E-4EA6-957A-9BA01CF7AAAF}"/>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5" name="Marcador de pie de página 4">
            <a:extLst>
              <a:ext uri="{FF2B5EF4-FFF2-40B4-BE49-F238E27FC236}">
                <a16:creationId xmlns:a16="http://schemas.microsoft.com/office/drawing/2014/main" id="{E2A3473C-BC91-4C44-87F7-4CF78B68262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1C54EF5-60DE-4319-8994-8E42BD39FF7B}"/>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1862438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9D1D61-DD53-41B2-BBB9-FE6F9FEB44F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76FC768-17C9-42B8-AF50-B080EE3613B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582C9B1-B8E3-4828-A330-A62D36C13A1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A4CCE91-2636-44E2-8F55-CCA82E34BD76}"/>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6" name="Marcador de pie de página 5">
            <a:extLst>
              <a:ext uri="{FF2B5EF4-FFF2-40B4-BE49-F238E27FC236}">
                <a16:creationId xmlns:a16="http://schemas.microsoft.com/office/drawing/2014/main" id="{8DEAA89D-9C09-4090-9E8A-A9C1B399123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E8B4C3-BA84-4F44-89F2-AC3DF729CFF6}"/>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264285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B5596-1075-4BD4-9D8B-890143357E6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6761CAD-6328-4C95-BAEC-2DB2CA29C7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E037CD8-E161-4B00-B8D8-BC9F6CFFC7D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DB1A801-66EE-4305-9600-A96CD5DC9D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2F18614-1586-41C1-980F-BCFCFD4560A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74F5A06-BDC4-4F23-86DD-C3486CF18E6E}"/>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8" name="Marcador de pie de página 7">
            <a:extLst>
              <a:ext uri="{FF2B5EF4-FFF2-40B4-BE49-F238E27FC236}">
                <a16:creationId xmlns:a16="http://schemas.microsoft.com/office/drawing/2014/main" id="{57990826-8FE4-4085-A799-4C91BE26D45E}"/>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DD73FFB0-E102-4595-972E-92DCDE871A60}"/>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3120416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445E7F-0EDD-480E-B272-763DA9ED222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E0131433-F56C-4DE4-99B7-C987EE525AE9}"/>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4" name="Marcador de pie de página 3">
            <a:extLst>
              <a:ext uri="{FF2B5EF4-FFF2-40B4-BE49-F238E27FC236}">
                <a16:creationId xmlns:a16="http://schemas.microsoft.com/office/drawing/2014/main" id="{63900814-766E-40A3-A4AD-16EE1243F0CC}"/>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ACEFB37-5645-46F1-AAE9-190F3B96E6AD}"/>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253747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B2F889C-A42B-4B25-89C6-28E02F6E927A}"/>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3" name="Marcador de pie de página 2">
            <a:extLst>
              <a:ext uri="{FF2B5EF4-FFF2-40B4-BE49-F238E27FC236}">
                <a16:creationId xmlns:a16="http://schemas.microsoft.com/office/drawing/2014/main" id="{2602C7B3-C176-445F-9A99-1DABFEE9545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CC8467E3-1040-4EA3-895C-61D2F8841021}"/>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2293956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CB390E-C8EF-4477-9969-DB799149B82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4801766-D90D-4D2A-9012-E57A8DBF53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A12919C-2AAC-41CF-B256-EEDFEBABBE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DA565A1-612B-4AFC-A762-A673B973DC0A}"/>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6" name="Marcador de pie de página 5">
            <a:extLst>
              <a:ext uri="{FF2B5EF4-FFF2-40B4-BE49-F238E27FC236}">
                <a16:creationId xmlns:a16="http://schemas.microsoft.com/office/drawing/2014/main" id="{3283BAC1-5C60-4EDB-A7BC-B0C2D291AAC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BC54422-7EE2-46A3-A061-D447CCC3987D}"/>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2385382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3B95C2-88A1-4852-B01E-6C907DD3052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09B6AA48-CCEB-4570-8ABB-E30111AEDC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05D2576-642D-4A42-8335-13A5098D5E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4AD4F0D-4A62-4F35-B0A0-8A2E65295C01}"/>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6" name="Marcador de pie de página 5">
            <a:extLst>
              <a:ext uri="{FF2B5EF4-FFF2-40B4-BE49-F238E27FC236}">
                <a16:creationId xmlns:a16="http://schemas.microsoft.com/office/drawing/2014/main" id="{0486F23E-6380-49E7-9E70-2D2AD796871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8CA35E6-0772-4523-80B1-9DF4B935628C}"/>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4066450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B9A626-B7F6-41DF-B956-6A1B302AE59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18B6AD71-6266-4495-A422-A6E20E8DD38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CB72C80-4B74-4249-A867-8F4A9208089F}"/>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5" name="Marcador de pie de página 4">
            <a:extLst>
              <a:ext uri="{FF2B5EF4-FFF2-40B4-BE49-F238E27FC236}">
                <a16:creationId xmlns:a16="http://schemas.microsoft.com/office/drawing/2014/main" id="{C3BDDAB3-8CF8-417F-90AA-A96305A5B5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17B95CB-D58B-4428-A237-D50DA37C5F6F}"/>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280283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A75B8E6-E86A-41AE-9AD2-5A67ADB94F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F90C183-A4AE-4FCF-B92B-3766FD32C71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5900DBA-9288-4F00-A9EC-69EB1AD64D22}"/>
              </a:ext>
            </a:extLst>
          </p:cNvPr>
          <p:cNvSpPr>
            <a:spLocks noGrp="1"/>
          </p:cNvSpPr>
          <p:nvPr>
            <p:ph type="dt" sz="half" idx="10"/>
          </p:nvPr>
        </p:nvSpPr>
        <p:spPr/>
        <p:txBody>
          <a:bodyPr/>
          <a:lstStyle/>
          <a:p>
            <a:fld id="{A1D259A4-A265-4FF2-ACCD-6593E5F3FF60}" type="datetimeFigureOut">
              <a:rPr lang="es-MX" smtClean="0"/>
              <a:t>05/05/2026</a:t>
            </a:fld>
            <a:endParaRPr lang="es-MX"/>
          </a:p>
        </p:txBody>
      </p:sp>
      <p:sp>
        <p:nvSpPr>
          <p:cNvPr id="5" name="Marcador de pie de página 4">
            <a:extLst>
              <a:ext uri="{FF2B5EF4-FFF2-40B4-BE49-F238E27FC236}">
                <a16:creationId xmlns:a16="http://schemas.microsoft.com/office/drawing/2014/main" id="{9D54B557-5B7A-4103-800C-98ECCFF026C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9328560-0F9B-4E22-B103-381C81317B07}"/>
              </a:ext>
            </a:extLst>
          </p:cNvPr>
          <p:cNvSpPr>
            <a:spLocks noGrp="1"/>
          </p:cNvSpPr>
          <p:nvPr>
            <p:ph type="sldNum" sz="quarter" idx="12"/>
          </p:nvPr>
        </p:nvSpPr>
        <p:spPr/>
        <p:txBody>
          <a:bodyPr/>
          <a:lstStyle/>
          <a:p>
            <a:fld id="{2637B784-9760-4871-8172-B28E3D912849}" type="slidenum">
              <a:rPr lang="es-MX" smtClean="0"/>
              <a:t>‹Nº›</a:t>
            </a:fld>
            <a:endParaRPr lang="es-MX"/>
          </a:p>
        </p:txBody>
      </p:sp>
    </p:spTree>
    <p:extLst>
      <p:ext uri="{BB962C8B-B14F-4D97-AF65-F5344CB8AC3E}">
        <p14:creationId xmlns:p14="http://schemas.microsoft.com/office/powerpoint/2010/main" val="1038300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F01A5-1A1B-4777-BDA1-3D8BD831542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69F001A2-9A73-424A-92B2-85F01EBA66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1B6F60A2-BE9A-48E1-BD04-AA81D72CE0B2}"/>
              </a:ext>
            </a:extLst>
          </p:cNvPr>
          <p:cNvSpPr>
            <a:spLocks noGrp="1"/>
          </p:cNvSpPr>
          <p:nvPr>
            <p:ph type="dt" sz="half" idx="10"/>
          </p:nvPr>
        </p:nvSpPr>
        <p:spPr/>
        <p:txBody>
          <a:bodyPr/>
          <a:lstStyle/>
          <a:p>
            <a:fld id="{004D31A0-32FD-413B-AF37-825460B0FBA4}" type="datetime1">
              <a:rPr lang="es-MX" smtClean="0"/>
              <a:t>05/05/2026</a:t>
            </a:fld>
            <a:endParaRPr lang="es-MX"/>
          </a:p>
        </p:txBody>
      </p:sp>
      <p:sp>
        <p:nvSpPr>
          <p:cNvPr id="5" name="Marcador de pie de página 4">
            <a:extLst>
              <a:ext uri="{FF2B5EF4-FFF2-40B4-BE49-F238E27FC236}">
                <a16:creationId xmlns:a16="http://schemas.microsoft.com/office/drawing/2014/main" id="{A6169A1B-D612-4B66-A320-C3CD8A5B7CC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438C992-F8DF-401B-84BB-FB0784CF5C64}"/>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563584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524998-FC7E-496A-8A9D-9DA411AB4EA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5F0646F-E31D-44A3-9F78-DFB02016B12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B3F4A37-78DE-4561-9010-480D22AB3AE2}"/>
              </a:ext>
            </a:extLst>
          </p:cNvPr>
          <p:cNvSpPr>
            <a:spLocks noGrp="1"/>
          </p:cNvSpPr>
          <p:nvPr>
            <p:ph type="dt" sz="half" idx="10"/>
          </p:nvPr>
        </p:nvSpPr>
        <p:spPr/>
        <p:txBody>
          <a:bodyPr/>
          <a:lstStyle/>
          <a:p>
            <a:fld id="{63316C5B-D71D-4956-99F5-3DD8201B5AB4}" type="datetime1">
              <a:rPr lang="es-MX" smtClean="0"/>
              <a:t>05/05/2026</a:t>
            </a:fld>
            <a:endParaRPr lang="es-MX"/>
          </a:p>
        </p:txBody>
      </p:sp>
      <p:sp>
        <p:nvSpPr>
          <p:cNvPr id="5" name="Marcador de pie de página 4">
            <a:extLst>
              <a:ext uri="{FF2B5EF4-FFF2-40B4-BE49-F238E27FC236}">
                <a16:creationId xmlns:a16="http://schemas.microsoft.com/office/drawing/2014/main" id="{A687BB22-3D37-4762-854A-C405646D205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8964FB5-DE32-47A8-B85D-7A64296AD25A}"/>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098296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CF8DF7-81C5-4F24-B4C4-5661261EC95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A095F68-9DC5-411A-BAFF-2729C0ADD5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1D8082A-A8D0-4FCC-9741-656BDD5B661A}"/>
              </a:ext>
            </a:extLst>
          </p:cNvPr>
          <p:cNvSpPr>
            <a:spLocks noGrp="1"/>
          </p:cNvSpPr>
          <p:nvPr>
            <p:ph type="dt" sz="half" idx="10"/>
          </p:nvPr>
        </p:nvSpPr>
        <p:spPr/>
        <p:txBody>
          <a:bodyPr/>
          <a:lstStyle/>
          <a:p>
            <a:fld id="{8AFD6D05-3CF4-4BC1-A5C9-EAB53F2D6062}" type="datetime1">
              <a:rPr lang="es-MX" smtClean="0"/>
              <a:t>05/05/2026</a:t>
            </a:fld>
            <a:endParaRPr lang="es-MX"/>
          </a:p>
        </p:txBody>
      </p:sp>
      <p:sp>
        <p:nvSpPr>
          <p:cNvPr id="5" name="Marcador de pie de página 4">
            <a:extLst>
              <a:ext uri="{FF2B5EF4-FFF2-40B4-BE49-F238E27FC236}">
                <a16:creationId xmlns:a16="http://schemas.microsoft.com/office/drawing/2014/main" id="{CE46A9C4-5D63-45C3-A9A1-52A2F2C8BB6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9D5BF1F-58FE-4F49-B7B6-C021C1261078}"/>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117192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0463EF-07E5-4370-8E3D-C89BD57C682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06ED43E-90C6-438E-AA2C-AC61C75BA12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B35B1904-521D-44D1-A1C7-1491E8BCC58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C7438CC-4E2A-4AE5-8074-4F0ADAC76B96}"/>
              </a:ext>
            </a:extLst>
          </p:cNvPr>
          <p:cNvSpPr>
            <a:spLocks noGrp="1"/>
          </p:cNvSpPr>
          <p:nvPr>
            <p:ph type="dt" sz="half" idx="10"/>
          </p:nvPr>
        </p:nvSpPr>
        <p:spPr/>
        <p:txBody>
          <a:bodyPr/>
          <a:lstStyle/>
          <a:p>
            <a:fld id="{46FB94AD-D114-4492-AA17-42016237F7FE}" type="datetime1">
              <a:rPr lang="es-MX" smtClean="0"/>
              <a:t>05/05/2026</a:t>
            </a:fld>
            <a:endParaRPr lang="es-MX"/>
          </a:p>
        </p:txBody>
      </p:sp>
      <p:sp>
        <p:nvSpPr>
          <p:cNvPr id="6" name="Marcador de pie de página 5">
            <a:extLst>
              <a:ext uri="{FF2B5EF4-FFF2-40B4-BE49-F238E27FC236}">
                <a16:creationId xmlns:a16="http://schemas.microsoft.com/office/drawing/2014/main" id="{C8D63D6B-029C-4DD1-8D73-683E99EA6F3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D2B93BD-8F07-475C-810A-4A18D4BE6198}"/>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563539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7EB96-3C06-413B-B8C2-FB1F3C41494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F585E3A-1018-4BA9-9023-A75F4F1CDF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B2C910D-B91C-42E5-940B-DC282F36420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C7FC0A8-46EF-4CE9-A446-777A39F02D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11AEE89-A739-465A-97C6-354C0F3DF4A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74C84A54-37F1-4A87-B08D-D6F17685EE21}"/>
              </a:ext>
            </a:extLst>
          </p:cNvPr>
          <p:cNvSpPr>
            <a:spLocks noGrp="1"/>
          </p:cNvSpPr>
          <p:nvPr>
            <p:ph type="dt" sz="half" idx="10"/>
          </p:nvPr>
        </p:nvSpPr>
        <p:spPr/>
        <p:txBody>
          <a:bodyPr/>
          <a:lstStyle/>
          <a:p>
            <a:fld id="{78A14326-C232-4443-B09F-425DC96BA3AC}" type="datetime1">
              <a:rPr lang="es-MX" smtClean="0"/>
              <a:t>05/05/2026</a:t>
            </a:fld>
            <a:endParaRPr lang="es-MX"/>
          </a:p>
        </p:txBody>
      </p:sp>
      <p:sp>
        <p:nvSpPr>
          <p:cNvPr id="8" name="Marcador de pie de página 7">
            <a:extLst>
              <a:ext uri="{FF2B5EF4-FFF2-40B4-BE49-F238E27FC236}">
                <a16:creationId xmlns:a16="http://schemas.microsoft.com/office/drawing/2014/main" id="{D2DF68E4-88CB-4D59-919F-AA238B7A833A}"/>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9725557-5886-418B-8290-728F56D332AC}"/>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493555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220B85-1517-48DF-A4EE-934932904E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1D02049E-1C6E-4323-80B6-60E360128D88}"/>
              </a:ext>
            </a:extLst>
          </p:cNvPr>
          <p:cNvSpPr>
            <a:spLocks noGrp="1"/>
          </p:cNvSpPr>
          <p:nvPr>
            <p:ph type="dt" sz="half" idx="10"/>
          </p:nvPr>
        </p:nvSpPr>
        <p:spPr/>
        <p:txBody>
          <a:bodyPr/>
          <a:lstStyle/>
          <a:p>
            <a:fld id="{B176470E-0E7B-4839-AA68-5598F52E0E0F}" type="datetime1">
              <a:rPr lang="es-MX" smtClean="0"/>
              <a:t>05/05/2026</a:t>
            </a:fld>
            <a:endParaRPr lang="es-MX"/>
          </a:p>
        </p:txBody>
      </p:sp>
      <p:sp>
        <p:nvSpPr>
          <p:cNvPr id="4" name="Marcador de pie de página 3">
            <a:extLst>
              <a:ext uri="{FF2B5EF4-FFF2-40B4-BE49-F238E27FC236}">
                <a16:creationId xmlns:a16="http://schemas.microsoft.com/office/drawing/2014/main" id="{F470B07B-AC58-4320-BACC-0CAC55EA47A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4584E10-CFAF-4EDD-AC7C-0C8C5F58C2D9}"/>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1037770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67224C7-B817-4651-AB4D-D292EC99D6DB}"/>
              </a:ext>
            </a:extLst>
          </p:cNvPr>
          <p:cNvSpPr>
            <a:spLocks noGrp="1"/>
          </p:cNvSpPr>
          <p:nvPr>
            <p:ph type="dt" sz="half" idx="10"/>
          </p:nvPr>
        </p:nvSpPr>
        <p:spPr/>
        <p:txBody>
          <a:bodyPr/>
          <a:lstStyle/>
          <a:p>
            <a:fld id="{868BAEED-9A42-4FD6-900F-A3F57CD71EDE}" type="datetime1">
              <a:rPr lang="es-MX" smtClean="0"/>
              <a:t>05/05/2026</a:t>
            </a:fld>
            <a:endParaRPr lang="es-MX"/>
          </a:p>
        </p:txBody>
      </p:sp>
      <p:sp>
        <p:nvSpPr>
          <p:cNvPr id="3" name="Marcador de pie de página 2">
            <a:extLst>
              <a:ext uri="{FF2B5EF4-FFF2-40B4-BE49-F238E27FC236}">
                <a16:creationId xmlns:a16="http://schemas.microsoft.com/office/drawing/2014/main" id="{8EDE64D3-CEFC-4BA3-A7B9-02D35CDE8A4B}"/>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B1C4E34-70F3-410E-8B57-C5BDF2BF9B16}"/>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042900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68884F-9286-424F-A275-7C88C283C2E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793F895-AF99-40A9-AE4F-290F374677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8EE17A2-33A7-4AFD-9EF8-6AEB6BF58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7A4B7E4-E32D-45D5-98F0-406DDB25D286}"/>
              </a:ext>
            </a:extLst>
          </p:cNvPr>
          <p:cNvSpPr>
            <a:spLocks noGrp="1"/>
          </p:cNvSpPr>
          <p:nvPr>
            <p:ph type="dt" sz="half" idx="10"/>
          </p:nvPr>
        </p:nvSpPr>
        <p:spPr/>
        <p:txBody>
          <a:bodyPr/>
          <a:lstStyle/>
          <a:p>
            <a:fld id="{050DFAC2-36EA-4D29-9ECB-13D137AB1B03}" type="datetime1">
              <a:rPr lang="es-MX" smtClean="0"/>
              <a:t>05/05/2026</a:t>
            </a:fld>
            <a:endParaRPr lang="es-MX"/>
          </a:p>
        </p:txBody>
      </p:sp>
      <p:sp>
        <p:nvSpPr>
          <p:cNvPr id="6" name="Marcador de pie de página 5">
            <a:extLst>
              <a:ext uri="{FF2B5EF4-FFF2-40B4-BE49-F238E27FC236}">
                <a16:creationId xmlns:a16="http://schemas.microsoft.com/office/drawing/2014/main" id="{13CAB7DF-4EB9-4B2D-96CA-D474DE12BD9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5A78BE0-9319-45E7-B1DC-5FB6FB4596AF}"/>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3578385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499D07-B30E-4347-9AD8-D6E13194C4E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50DF9CD-F954-4976-9E2B-34C3E10D91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66170B2-412B-41A9-AC76-D3A9F34BB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2557E5C-398D-41D2-AA6C-7D43FE1CF214}"/>
              </a:ext>
            </a:extLst>
          </p:cNvPr>
          <p:cNvSpPr>
            <a:spLocks noGrp="1"/>
          </p:cNvSpPr>
          <p:nvPr>
            <p:ph type="dt" sz="half" idx="10"/>
          </p:nvPr>
        </p:nvSpPr>
        <p:spPr/>
        <p:txBody>
          <a:bodyPr/>
          <a:lstStyle/>
          <a:p>
            <a:fld id="{2196BF37-3134-44C9-8FEC-BEC87EF6483B}" type="datetime1">
              <a:rPr lang="es-MX" smtClean="0"/>
              <a:t>05/05/2026</a:t>
            </a:fld>
            <a:endParaRPr lang="es-MX"/>
          </a:p>
        </p:txBody>
      </p:sp>
      <p:sp>
        <p:nvSpPr>
          <p:cNvPr id="6" name="Marcador de pie de página 5">
            <a:extLst>
              <a:ext uri="{FF2B5EF4-FFF2-40B4-BE49-F238E27FC236}">
                <a16:creationId xmlns:a16="http://schemas.microsoft.com/office/drawing/2014/main" id="{FCF14725-394D-4D7C-9193-07CE889DAB7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3C01940-35FE-48FE-BDC4-A7B80DCFCEA8}"/>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17649748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3A6EC-9A6E-471A-A768-A78C138D74C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AA71EEB-CFA0-4FB1-9727-7786662F89E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0E5AB0A-1D6A-406C-B63E-679FA98FC126}"/>
              </a:ext>
            </a:extLst>
          </p:cNvPr>
          <p:cNvSpPr>
            <a:spLocks noGrp="1"/>
          </p:cNvSpPr>
          <p:nvPr>
            <p:ph type="dt" sz="half" idx="10"/>
          </p:nvPr>
        </p:nvSpPr>
        <p:spPr/>
        <p:txBody>
          <a:bodyPr/>
          <a:lstStyle/>
          <a:p>
            <a:fld id="{D2629516-B353-478D-8404-7AEF10EDD90C}" type="datetime1">
              <a:rPr lang="es-MX" smtClean="0"/>
              <a:t>05/05/2026</a:t>
            </a:fld>
            <a:endParaRPr lang="es-MX"/>
          </a:p>
        </p:txBody>
      </p:sp>
      <p:sp>
        <p:nvSpPr>
          <p:cNvPr id="5" name="Marcador de pie de página 4">
            <a:extLst>
              <a:ext uri="{FF2B5EF4-FFF2-40B4-BE49-F238E27FC236}">
                <a16:creationId xmlns:a16="http://schemas.microsoft.com/office/drawing/2014/main" id="{FF89EF68-4F89-4F64-84D8-2DB17D0D6B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FE78FF-69AB-4E6B-B56A-8153E3547753}"/>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7860979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D4E69-4C34-43AB-B7D4-80DA45E658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D2C5B83-287E-42B7-962E-E17615FB03B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1FEB727-9C10-4C1B-9009-F588023A0309}"/>
              </a:ext>
            </a:extLst>
          </p:cNvPr>
          <p:cNvSpPr>
            <a:spLocks noGrp="1"/>
          </p:cNvSpPr>
          <p:nvPr>
            <p:ph type="dt" sz="half" idx="10"/>
          </p:nvPr>
        </p:nvSpPr>
        <p:spPr/>
        <p:txBody>
          <a:bodyPr/>
          <a:lstStyle/>
          <a:p>
            <a:fld id="{5576712B-FE1B-48B9-9BF5-FBAAC316FBB9}" type="datetime1">
              <a:rPr lang="es-MX" smtClean="0"/>
              <a:t>05/05/2026</a:t>
            </a:fld>
            <a:endParaRPr lang="es-MX"/>
          </a:p>
        </p:txBody>
      </p:sp>
      <p:sp>
        <p:nvSpPr>
          <p:cNvPr id="5" name="Marcador de pie de página 4">
            <a:extLst>
              <a:ext uri="{FF2B5EF4-FFF2-40B4-BE49-F238E27FC236}">
                <a16:creationId xmlns:a16="http://schemas.microsoft.com/office/drawing/2014/main" id="{B6A34ADC-CB7F-4CDF-A4DF-09C17C9B2E6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BF241F4-ADFC-4E5C-90CF-7A431D17A1C9}"/>
              </a:ext>
            </a:extLst>
          </p:cNvPr>
          <p:cNvSpPr>
            <a:spLocks noGrp="1"/>
          </p:cNvSpPr>
          <p:nvPr>
            <p:ph type="sldNum" sz="quarter" idx="12"/>
          </p:nvPr>
        </p:nvSpPr>
        <p:spPr/>
        <p:txBody>
          <a:bodyPr/>
          <a:lstStyle/>
          <a:p>
            <a:fld id="{EC4A6827-6711-499C-91D6-E14C610205BC}" type="slidenum">
              <a:rPr lang="es-MX" smtClean="0"/>
              <a:t>‹Nº›</a:t>
            </a:fld>
            <a:endParaRPr lang="es-MX"/>
          </a:p>
        </p:txBody>
      </p:sp>
    </p:spTree>
    <p:extLst>
      <p:ext uri="{BB962C8B-B14F-4D97-AF65-F5344CB8AC3E}">
        <p14:creationId xmlns:p14="http://schemas.microsoft.com/office/powerpoint/2010/main" val="2805595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CBBC35C-E88C-4180-BE87-9FD01F5139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68F16B1-9974-4BC8-A5F3-6EBFDB06A9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BF03806-BFCF-4686-9C77-77BD8B9DF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D259A4-A265-4FF2-ACCD-6593E5F3FF60}" type="datetimeFigureOut">
              <a:rPr lang="es-MX" smtClean="0"/>
              <a:t>05/05/2026</a:t>
            </a:fld>
            <a:endParaRPr lang="es-MX"/>
          </a:p>
        </p:txBody>
      </p:sp>
      <p:sp>
        <p:nvSpPr>
          <p:cNvPr id="5" name="Marcador de pie de página 4">
            <a:extLst>
              <a:ext uri="{FF2B5EF4-FFF2-40B4-BE49-F238E27FC236}">
                <a16:creationId xmlns:a16="http://schemas.microsoft.com/office/drawing/2014/main" id="{B7CD2FA7-96D9-489B-8468-5F8A3914B2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1F64D8ED-8AD0-432E-A5E1-00FC8CFE7A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B784-9760-4871-8172-B28E3D912849}" type="slidenum">
              <a:rPr lang="es-MX" smtClean="0"/>
              <a:t>‹Nº›</a:t>
            </a:fld>
            <a:endParaRPr lang="es-MX"/>
          </a:p>
        </p:txBody>
      </p:sp>
    </p:spTree>
    <p:extLst>
      <p:ext uri="{BB962C8B-B14F-4D97-AF65-F5344CB8AC3E}">
        <p14:creationId xmlns:p14="http://schemas.microsoft.com/office/powerpoint/2010/main" val="3080686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2BB2432-BCDF-4E9C-9739-5277748281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C7D5FCE-0ED4-46BA-A151-47FEEA7B2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8984E24-6EDC-478C-BF1B-DC159E0B3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F26E43-0158-465C-8D1B-21F99DA0AD23}" type="datetime1">
              <a:rPr lang="es-MX" smtClean="0"/>
              <a:t>05/05/2026</a:t>
            </a:fld>
            <a:endParaRPr lang="es-MX"/>
          </a:p>
        </p:txBody>
      </p:sp>
      <p:sp>
        <p:nvSpPr>
          <p:cNvPr id="5" name="Marcador de pie de página 4">
            <a:extLst>
              <a:ext uri="{FF2B5EF4-FFF2-40B4-BE49-F238E27FC236}">
                <a16:creationId xmlns:a16="http://schemas.microsoft.com/office/drawing/2014/main" id="{C716E9EE-87A7-4128-8350-9CE583E567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A29B963A-F5D9-4BCA-ABE6-173392DD2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A6827-6711-499C-91D6-E14C610205BC}" type="slidenum">
              <a:rPr lang="es-MX" smtClean="0"/>
              <a:t>‹Nº›</a:t>
            </a:fld>
            <a:endParaRPr lang="es-MX"/>
          </a:p>
        </p:txBody>
      </p:sp>
    </p:spTree>
    <p:extLst>
      <p:ext uri="{BB962C8B-B14F-4D97-AF65-F5344CB8AC3E}">
        <p14:creationId xmlns:p14="http://schemas.microsoft.com/office/powerpoint/2010/main" val="172874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ELSm-G201L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CCC0C9F-7836-4971-87D0-220FD5127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80943" y="393283"/>
            <a:ext cx="1685296" cy="687876"/>
          </a:xfrm>
          <a:prstGeom prst="rect">
            <a:avLst/>
          </a:prstGeom>
        </p:spPr>
      </p:pic>
      <p:pic>
        <p:nvPicPr>
          <p:cNvPr id="5" name="Imagen 4">
            <a:extLst>
              <a:ext uri="{FF2B5EF4-FFF2-40B4-BE49-F238E27FC236}">
                <a16:creationId xmlns:a16="http://schemas.microsoft.com/office/drawing/2014/main" id="{97300158-D0C5-4208-BE6D-F2381899F05C}"/>
              </a:ext>
            </a:extLst>
          </p:cNvPr>
          <p:cNvPicPr>
            <a:picLocks noChangeAspect="1"/>
          </p:cNvPicPr>
          <p:nvPr/>
        </p:nvPicPr>
        <p:blipFill>
          <a:blip r:embed="rId3">
            <a:extLst>
              <a:ext uri="{28A0092B-C50C-407E-A947-70E740481C1C}">
                <a14:useLocalDpi xmlns:a14="http://schemas.microsoft.com/office/drawing/2010/main" val="0"/>
              </a:ext>
            </a:extLst>
          </a:blip>
          <a:srcRect l="65474" t="-1" b="-40163"/>
          <a:stretch/>
        </p:blipFill>
        <p:spPr>
          <a:xfrm>
            <a:off x="5795844" y="302590"/>
            <a:ext cx="1752758" cy="1054163"/>
          </a:xfrm>
          <a:prstGeom prst="rect">
            <a:avLst/>
          </a:prstGeom>
        </p:spPr>
      </p:pic>
      <p:sp>
        <p:nvSpPr>
          <p:cNvPr id="6" name="CuadroTexto 5">
            <a:extLst>
              <a:ext uri="{FF2B5EF4-FFF2-40B4-BE49-F238E27FC236}">
                <a16:creationId xmlns:a16="http://schemas.microsoft.com/office/drawing/2014/main" id="{2C464E32-FF27-49EE-86EE-612872E42DD3}"/>
              </a:ext>
            </a:extLst>
          </p:cNvPr>
          <p:cNvSpPr txBox="1"/>
          <p:nvPr/>
        </p:nvSpPr>
        <p:spPr>
          <a:xfrm>
            <a:off x="2933669" y="1325862"/>
            <a:ext cx="7234002" cy="5362174"/>
          </a:xfrm>
          <a:prstGeom prst="rect">
            <a:avLst/>
          </a:prstGeom>
          <a:noFill/>
        </p:spPr>
        <p:txBody>
          <a:bodyPr wrap="square">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Tecnológico Nacional de México</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 </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Aft>
                <a:spcPts val="800"/>
              </a:spcAft>
              <a:buNone/>
            </a:pPr>
            <a:r>
              <a:rPr lang="es-MX" sz="1200" dirty="0">
                <a:solidFill>
                  <a:srgbClr val="000000"/>
                </a:solidFill>
                <a:latin typeface="Arial" panose="020B0604020202020204" pitchFamily="34" charset="0"/>
                <a:ea typeface="Arial" panose="020B0604020202020204" pitchFamily="34" charset="0"/>
                <a:cs typeface="Arial" panose="020B0604020202020204" pitchFamily="34" charset="0"/>
              </a:rPr>
              <a:t>Ejercicios</a:t>
            </a:r>
          </a:p>
          <a:p>
            <a:pPr algn="ctr">
              <a:lnSpc>
                <a:spcPct val="150000"/>
              </a:lnSpc>
              <a:spcAft>
                <a:spcPts val="800"/>
              </a:spcAft>
              <a:buNone/>
            </a:pPr>
            <a:r>
              <a:rPr lang="es-ES" sz="1200" dirty="0">
                <a:solidFill>
                  <a:srgbClr val="000000"/>
                </a:solidFill>
                <a:latin typeface="Arial" panose="020B0604020202020204" pitchFamily="34" charset="0"/>
                <a:ea typeface="Aptos" panose="020B0004020202020204" pitchFamily="34" charset="0"/>
                <a:cs typeface="Arial" panose="020B0604020202020204" pitchFamily="34" charset="0"/>
              </a:rPr>
              <a:t>Programación web</a:t>
            </a:r>
          </a:p>
          <a:p>
            <a:pPr algn="ctr">
              <a:lnSpc>
                <a:spcPct val="150000"/>
              </a:lnSpc>
              <a:spcAft>
                <a:spcPts val="800"/>
              </a:spcAft>
              <a:buNone/>
            </a:pPr>
            <a:endParaRPr lang="es-ES" sz="1200" dirty="0">
              <a:solidFill>
                <a:srgbClr val="000000"/>
              </a:solidFill>
              <a:latin typeface="Arial" panose="020B0604020202020204" pitchFamily="34" charset="0"/>
              <a:ea typeface="Aptos" panose="020B0004020202020204" pitchFamily="34" charset="0"/>
              <a:cs typeface="Arial" panose="020B0604020202020204" pitchFamily="34" charset="0"/>
            </a:endParaRPr>
          </a:p>
          <a:p>
            <a:pPr algn="ctr">
              <a:lnSpc>
                <a:spcPct val="150000"/>
              </a:lnSpc>
              <a:spcAft>
                <a:spcPts val="800"/>
              </a:spcAft>
              <a:buNone/>
            </a:pPr>
            <a:r>
              <a:rPr lang="es-ES" sz="1200" dirty="0">
                <a:solidFill>
                  <a:srgbClr val="000000"/>
                </a:solidFill>
                <a:latin typeface="Arial" panose="020B0604020202020204" pitchFamily="34" charset="0"/>
                <a:ea typeface="Arial" panose="020B0604020202020204" pitchFamily="34" charset="0"/>
                <a:cs typeface="Arial" panose="020B0604020202020204" pitchFamily="34" charset="0"/>
              </a:rPr>
              <a:t>Alumna</a:t>
            </a: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 Gleysi Yoselin Escobedo López</a:t>
            </a: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8</a:t>
            </a:r>
            <a:endParaRPr lang="es-MX" sz="1200" dirty="0">
              <a:latin typeface="Arial" panose="020B0604020202020204" pitchFamily="34" charset="0"/>
              <a:ea typeface="Arial" panose="020B0604020202020204" pitchFamily="34" charset="0"/>
              <a:cs typeface="Arial" panose="020B0604020202020204" pitchFamily="34" charset="0"/>
            </a:endParaRP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Número de control: 22270456</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Carrera: Ingeniería en Sistemas Computacionales</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buNone/>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Docente: Ing. </a:t>
            </a:r>
            <a:r>
              <a:rPr lang="es-ES" sz="1200" dirty="0">
                <a:latin typeface="Arial" panose="020B0604020202020204" pitchFamily="34" charset="0"/>
                <a:cs typeface="Arial" panose="020B0604020202020204" pitchFamily="34" charset="0"/>
              </a:rPr>
              <a:t>Francisco Javier Velázquez Mingo</a:t>
            </a:r>
            <a:endParaRPr lang="es-MX" sz="1200" dirty="0">
              <a:effectLst/>
              <a:latin typeface="Arial" panose="020B0604020202020204" pitchFamily="34" charset="0"/>
              <a:ea typeface="Aptos" panose="020B0004020202020204" pitchFamily="34" charset="0"/>
              <a:cs typeface="Arial" panose="020B0604020202020204" pitchFamily="34" charset="0"/>
            </a:endParaRPr>
          </a:p>
          <a:p>
            <a:pPr algn="ctr">
              <a:lnSpc>
                <a:spcPct val="150000"/>
              </a:lnSpc>
              <a:spcBef>
                <a:spcPts val="1200"/>
              </a:spcBef>
              <a:spcAft>
                <a:spcPts val="1200"/>
              </a:spcAft>
            </a:pP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 </a:t>
            </a:r>
            <a:r>
              <a:rPr lang="es-ES" sz="1200" dirty="0">
                <a:solidFill>
                  <a:srgbClr val="000000"/>
                </a:solidFill>
                <a:latin typeface="Arial" panose="020B0604020202020204" pitchFamily="34" charset="0"/>
                <a:ea typeface="Arial" panose="020B0604020202020204" pitchFamily="34" charset="0"/>
                <a:cs typeface="Arial" panose="020B0604020202020204" pitchFamily="34" charset="0"/>
              </a:rPr>
              <a:t>24</a:t>
            </a:r>
            <a:r>
              <a:rPr lang="es-ES"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 de abril de 2026</a:t>
            </a:r>
            <a:endParaRPr lang="es-MX" sz="1200" dirty="0">
              <a:effectLst/>
              <a:latin typeface="Arial" panose="020B0604020202020204" pitchFamily="34" charset="0"/>
              <a:ea typeface="Aptos" panose="020B00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D4BBA1C4-3E39-43A7-8E5E-690E3C9C0B5F}"/>
              </a:ext>
            </a:extLst>
          </p:cNvPr>
          <p:cNvPicPr>
            <a:picLocks noChangeAspect="1"/>
          </p:cNvPicPr>
          <p:nvPr/>
        </p:nvPicPr>
        <p:blipFill>
          <a:blip r:embed="rId3">
            <a:extLst>
              <a:ext uri="{28A0092B-C50C-407E-A947-70E740481C1C}">
                <a14:useLocalDpi xmlns:a14="http://schemas.microsoft.com/office/drawing/2010/main" val="0"/>
              </a:ext>
            </a:extLst>
          </a:blip>
          <a:srcRect r="37787" b="6206"/>
          <a:stretch/>
        </p:blipFill>
        <p:spPr>
          <a:xfrm>
            <a:off x="2087811" y="143070"/>
            <a:ext cx="2599700" cy="580650"/>
          </a:xfrm>
          <a:prstGeom prst="rect">
            <a:avLst/>
          </a:prstGeom>
        </p:spPr>
      </p:pic>
    </p:spTree>
    <p:extLst>
      <p:ext uri="{BB962C8B-B14F-4D97-AF65-F5344CB8AC3E}">
        <p14:creationId xmlns:p14="http://schemas.microsoft.com/office/powerpoint/2010/main" val="3889737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1578009" y="1140937"/>
            <a:ext cx="9305144" cy="273459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Introducción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Como parte de la asignatura Programación Web, </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realizó un </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proyecto integrador, este consiste en una aplicación web diseñada para modernizar y agilizar la gestión de trámites académicos, llevando un control de las solicitudes y el estado de realización. En esta etapa inicial, se trabajó con el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frontend</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que será la base para conocer el flujo de navegación y la interacción con el usuario, a continuación se presentan los resultados del primer avance que incluye la pantalla: inicio, selección de perfil,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login</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y perfil de alumno.</a:t>
            </a:r>
          </a:p>
        </p:txBody>
      </p:sp>
    </p:spTree>
    <p:extLst>
      <p:ext uri="{BB962C8B-B14F-4D97-AF65-F5344CB8AC3E}">
        <p14:creationId xmlns:p14="http://schemas.microsoft.com/office/powerpoint/2010/main" val="57262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1578009" y="1140937"/>
            <a:ext cx="9305144" cy="273459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Justificación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La implementación de una aplicación web para la solicitud de documentos responde a la necesidad de agilizar los procesos administrativos dentro de la institución. Actualmente este tipo de trámites requiere que el estudiante esté presencialmente, lo que genera pérdida de tiempo, y saturación del personal administrativo. Para lograr una interfaz dinámica y eficiente, se ha utilizado el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framework</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Angular, que contiene </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tecnologías integradas como: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TypeScript</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para agregar dinamismo y HTML/CSS para un diseño visual atractivo e intuitivo para mejorar la experiencia del usuario</a:t>
            </a:r>
          </a:p>
        </p:txBody>
      </p:sp>
    </p:spTree>
    <p:extLst>
      <p:ext uri="{BB962C8B-B14F-4D97-AF65-F5344CB8AC3E}">
        <p14:creationId xmlns:p14="http://schemas.microsoft.com/office/powerpoint/2010/main" val="4188826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B8B6A35-A7D2-4FAF-9C1F-522A8648A4A9}"/>
              </a:ext>
            </a:extLst>
          </p:cNvPr>
          <p:cNvPicPr>
            <a:picLocks noChangeAspect="1"/>
          </p:cNvPicPr>
          <p:nvPr/>
        </p:nvPicPr>
        <p:blipFill>
          <a:blip r:embed="rId2"/>
          <a:stretch>
            <a:fillRect/>
          </a:stretch>
        </p:blipFill>
        <p:spPr>
          <a:xfrm>
            <a:off x="5459507" y="827819"/>
            <a:ext cx="6153376" cy="4613016"/>
          </a:xfrm>
          <a:prstGeom prst="rect">
            <a:avLst/>
          </a:prstGeom>
        </p:spPr>
      </p:pic>
      <p:sp>
        <p:nvSpPr>
          <p:cNvPr id="4" name="CuadroTexto 3">
            <a:extLst>
              <a:ext uri="{FF2B5EF4-FFF2-40B4-BE49-F238E27FC236}">
                <a16:creationId xmlns:a16="http://schemas.microsoft.com/office/drawing/2014/main" id="{23FC2FA8-B691-44C9-8934-38A83D36D23A}"/>
              </a:ext>
            </a:extLst>
          </p:cNvPr>
          <p:cNvSpPr txBox="1"/>
          <p:nvPr/>
        </p:nvSpPr>
        <p:spPr>
          <a:xfrm>
            <a:off x="579117" y="1576231"/>
            <a:ext cx="4450083" cy="2837187"/>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Resultados </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La estructura explicada en la actividad 1.2 hizo posible poder visualizar las pantallas o interfaz de usuario.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Cada componente corresponde a una pantalla, más adelante se presenta el resultado visual con la aplicación ya corriendo en el navegador.</a:t>
            </a:r>
            <a:endPar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110651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2217275" y="500467"/>
            <a:ext cx="8133968" cy="246785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Pantalla de inicio</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En la página de inicio o bienvenida se logró implementar una interfaz con una barra superior azul institucional, el título del portal, el logotipo del ITFC y un botón llamativo de "Ingresar".</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endParaRPr lang="es-MX" sz="1600" dirty="0">
              <a:solidFill>
                <a:prstClr val="black"/>
              </a:solidFill>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Es lo primero que el usuario verá al ingresa</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r, el botón es lo primero con lo que se interactuará para navegar a la siguiente parte.</a:t>
            </a:r>
            <a:endPar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BC312286-B546-44E1-A08C-ED199DB8E5F8}"/>
              </a:ext>
            </a:extLst>
          </p:cNvPr>
          <p:cNvPicPr>
            <a:picLocks noChangeAspect="1"/>
          </p:cNvPicPr>
          <p:nvPr/>
        </p:nvPicPr>
        <p:blipFill>
          <a:blip r:embed="rId2"/>
          <a:stretch>
            <a:fillRect/>
          </a:stretch>
        </p:blipFill>
        <p:spPr>
          <a:xfrm>
            <a:off x="3115236" y="3309941"/>
            <a:ext cx="5961528" cy="3228971"/>
          </a:xfrm>
          <a:prstGeom prst="rect">
            <a:avLst/>
          </a:prstGeom>
        </p:spPr>
      </p:pic>
    </p:spTree>
    <p:extLst>
      <p:ext uri="{BB962C8B-B14F-4D97-AF65-F5344CB8AC3E}">
        <p14:creationId xmlns:p14="http://schemas.microsoft.com/office/powerpoint/2010/main" val="287065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2136593" y="755961"/>
            <a:ext cx="8133968" cy="162659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Selección de perfil</a:t>
            </a:r>
          </a:p>
          <a:p>
            <a:pPr marR="0" lvl="0" algn="just" defTabSz="914400" rtl="0" eaLnBrk="1" fontAlgn="auto" latinLnBrk="0" hangingPunct="1">
              <a:lnSpc>
                <a:spcPct val="150000"/>
              </a:lnSpc>
              <a:spcBef>
                <a:spcPts val="0"/>
              </a:spcBef>
              <a:spcAft>
                <a:spcPts val="800"/>
              </a:spcAft>
              <a:buClrTx/>
              <a:buSzTx/>
              <a:tabLst/>
              <a:defRPr/>
            </a:pPr>
            <a:r>
              <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Se manejan 2 perfiles para ingresar (Administrador y Alumno), según la opción seleccionada se dirige a la siguiente pagina correspondiente para iniciar sesión y tener acceso a los servicios y funciones propios de cada perfil.</a:t>
            </a:r>
            <a:endParaRPr kumimoji="0" lang="es-MX" sz="160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66435621-954F-4A00-B2D7-3B6612C7EC6B}"/>
              </a:ext>
            </a:extLst>
          </p:cNvPr>
          <p:cNvPicPr>
            <a:picLocks noChangeAspect="1"/>
          </p:cNvPicPr>
          <p:nvPr/>
        </p:nvPicPr>
        <p:blipFill>
          <a:blip r:embed="rId2"/>
          <a:stretch>
            <a:fillRect/>
          </a:stretch>
        </p:blipFill>
        <p:spPr>
          <a:xfrm>
            <a:off x="2626132" y="2925763"/>
            <a:ext cx="7154890" cy="3795712"/>
          </a:xfrm>
          <a:prstGeom prst="rect">
            <a:avLst/>
          </a:prstGeom>
        </p:spPr>
      </p:pic>
    </p:spTree>
    <p:extLst>
      <p:ext uri="{BB962C8B-B14F-4D97-AF65-F5344CB8AC3E}">
        <p14:creationId xmlns:p14="http://schemas.microsoft.com/office/powerpoint/2010/main" val="418751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2136593" y="615490"/>
            <a:ext cx="8133968" cy="199593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Login</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 Administrador</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Es el componente de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Login</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para Administradores. Se observa un diseño que solicita usuario y contraseña, y botones para iniciar sesión o registrarse. El icono superior indica que se trata de un área administrativa</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en este caso el encargado de gestionar las solicitudes.</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FEBE45C7-FCE6-4CDA-8BB1-6BB03E0FC350}"/>
              </a:ext>
            </a:extLst>
          </p:cNvPr>
          <p:cNvPicPr>
            <a:picLocks noChangeAspect="1"/>
          </p:cNvPicPr>
          <p:nvPr/>
        </p:nvPicPr>
        <p:blipFill>
          <a:blip r:embed="rId2"/>
          <a:stretch>
            <a:fillRect/>
          </a:stretch>
        </p:blipFill>
        <p:spPr>
          <a:xfrm>
            <a:off x="2136593" y="2774841"/>
            <a:ext cx="7366750" cy="4110054"/>
          </a:xfrm>
          <a:prstGeom prst="rect">
            <a:avLst/>
          </a:prstGeom>
        </p:spPr>
      </p:pic>
    </p:spTree>
    <p:extLst>
      <p:ext uri="{BB962C8B-B14F-4D97-AF65-F5344CB8AC3E}">
        <p14:creationId xmlns:p14="http://schemas.microsoft.com/office/powerpoint/2010/main" val="2954426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2136593" y="615490"/>
            <a:ext cx="8133968" cy="162659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Login</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 Administrador</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Al realizar la conexión a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Supabase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y utilizar los servicios de autenticación se podrá observar la funcionalidad de los botones y permitir o denegar el acceso, dependiendo si estos datos se encuentran registrados en la base de datos.</a:t>
            </a:r>
          </a:p>
        </p:txBody>
      </p:sp>
      <p:pic>
        <p:nvPicPr>
          <p:cNvPr id="5" name="Imagen 4">
            <a:extLst>
              <a:ext uri="{FF2B5EF4-FFF2-40B4-BE49-F238E27FC236}">
                <a16:creationId xmlns:a16="http://schemas.microsoft.com/office/drawing/2014/main" id="{FEBE45C7-FCE6-4CDA-8BB1-6BB03E0FC350}"/>
              </a:ext>
            </a:extLst>
          </p:cNvPr>
          <p:cNvPicPr>
            <a:picLocks noChangeAspect="1"/>
          </p:cNvPicPr>
          <p:nvPr/>
        </p:nvPicPr>
        <p:blipFill>
          <a:blip r:embed="rId2"/>
          <a:stretch>
            <a:fillRect/>
          </a:stretch>
        </p:blipFill>
        <p:spPr>
          <a:xfrm>
            <a:off x="2136593" y="2747946"/>
            <a:ext cx="7366750" cy="4110054"/>
          </a:xfrm>
          <a:prstGeom prst="rect">
            <a:avLst/>
          </a:prstGeom>
        </p:spPr>
      </p:pic>
    </p:spTree>
    <p:extLst>
      <p:ext uri="{BB962C8B-B14F-4D97-AF65-F5344CB8AC3E}">
        <p14:creationId xmlns:p14="http://schemas.microsoft.com/office/powerpoint/2010/main" val="182016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2136593" y="755961"/>
            <a:ext cx="8133968" cy="162659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Login</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Es Similar a la anterior, pero personalizada para el perfil de alumno. En Angular se reutilizó la lógica de componentes pero cambiando la identidad visual, en este caso el ícono para diferenciar los tipos de acceso.</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6AC38C1E-ABD2-42D3-8274-28864B136DE5}"/>
              </a:ext>
            </a:extLst>
          </p:cNvPr>
          <p:cNvPicPr>
            <a:picLocks noChangeAspect="1"/>
          </p:cNvPicPr>
          <p:nvPr/>
        </p:nvPicPr>
        <p:blipFill>
          <a:blip r:embed="rId2"/>
          <a:stretch>
            <a:fillRect/>
          </a:stretch>
        </p:blipFill>
        <p:spPr>
          <a:xfrm>
            <a:off x="1990163" y="2702666"/>
            <a:ext cx="7404847" cy="3836246"/>
          </a:xfrm>
          <a:prstGeom prst="rect">
            <a:avLst/>
          </a:prstGeom>
        </p:spPr>
      </p:pic>
    </p:spTree>
    <p:extLst>
      <p:ext uri="{BB962C8B-B14F-4D97-AF65-F5344CB8AC3E}">
        <p14:creationId xmlns:p14="http://schemas.microsoft.com/office/powerpoint/2010/main" val="413992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552023" y="1353816"/>
            <a:ext cx="5397501" cy="425295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Login</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&gt;Proporciona dos campos de entrada de datos para que el alumno ingrese su usuario y contraseña. </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&gt;Con los botones se puede:</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Iniciar Sesión: para validar que el alumno tenga permiso de acceder.</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Registrarse: permite que nuevos alumnos se den de alta en la plataforma si aún no tienen una cuenta. </a:t>
            </a:r>
          </a:p>
          <a:p>
            <a:pPr marL="0" marR="0" lvl="0" indent="0" algn="just" defTabSz="914400" rtl="0" eaLnBrk="1" fontAlgn="auto" latinLnBrk="0" hangingPunct="1">
              <a:lnSpc>
                <a:spcPct val="150000"/>
              </a:lnSpc>
              <a:spcBef>
                <a:spcPts val="0"/>
              </a:spcBef>
              <a:spcAft>
                <a:spcPts val="800"/>
              </a:spcAft>
              <a:buClrTx/>
              <a:buSzTx/>
              <a:buFontTx/>
              <a:buNone/>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&gt;Los datos requeridos se almacenarán en </a:t>
            </a:r>
            <a:r>
              <a:rPr lang="es-MX" sz="1600" dirty="0" err="1">
                <a:solidFill>
                  <a:prstClr val="black"/>
                </a:solidFill>
                <a:latin typeface="Arial" panose="020B0604020202020204" pitchFamily="34" charset="0"/>
                <a:ea typeface="Aptos" panose="020B0004020202020204" pitchFamily="34" charset="0"/>
                <a:cs typeface="Arial" panose="020B0604020202020204" pitchFamily="34" charset="0"/>
              </a:rPr>
              <a:t>Supabase</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 y a partir de esa información se validará el acceso.</a:t>
            </a:r>
          </a:p>
        </p:txBody>
      </p:sp>
      <p:pic>
        <p:nvPicPr>
          <p:cNvPr id="6" name="Imagen 5">
            <a:extLst>
              <a:ext uri="{FF2B5EF4-FFF2-40B4-BE49-F238E27FC236}">
                <a16:creationId xmlns:a16="http://schemas.microsoft.com/office/drawing/2014/main" id="{6AC38C1E-ABD2-42D3-8274-28864B136DE5}"/>
              </a:ext>
            </a:extLst>
          </p:cNvPr>
          <p:cNvPicPr>
            <a:picLocks noChangeAspect="1"/>
          </p:cNvPicPr>
          <p:nvPr/>
        </p:nvPicPr>
        <p:blipFill rotWithShape="1">
          <a:blip r:embed="rId2"/>
          <a:srcRect l="4973" t="3974" r="4225" b="-1024"/>
          <a:stretch/>
        </p:blipFill>
        <p:spPr>
          <a:xfrm>
            <a:off x="6293278" y="1505261"/>
            <a:ext cx="5683677" cy="3147193"/>
          </a:xfrm>
          <a:prstGeom prst="rect">
            <a:avLst/>
          </a:prstGeom>
        </p:spPr>
      </p:pic>
    </p:spTree>
    <p:extLst>
      <p:ext uri="{BB962C8B-B14F-4D97-AF65-F5344CB8AC3E}">
        <p14:creationId xmlns:p14="http://schemas.microsoft.com/office/powerpoint/2010/main" val="1854339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1848232" y="501650"/>
            <a:ext cx="8133968" cy="3144964"/>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Dashboard</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 Alumno</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La interfaz principal del alumno que ya ingresó se divide en dos paneles: Nueva solicitud y Mis solicitudes.</a:t>
            </a: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1E3D08F8-DB55-4865-87A7-8051DE5294E1}"/>
              </a:ext>
            </a:extLst>
          </p:cNvPr>
          <p:cNvPicPr>
            <a:picLocks noChangeAspect="1"/>
          </p:cNvPicPr>
          <p:nvPr/>
        </p:nvPicPr>
        <p:blipFill>
          <a:blip r:embed="rId2"/>
          <a:stretch>
            <a:fillRect/>
          </a:stretch>
        </p:blipFill>
        <p:spPr>
          <a:xfrm>
            <a:off x="2029015" y="2098539"/>
            <a:ext cx="8133969" cy="4257811"/>
          </a:xfrm>
          <a:prstGeom prst="rect">
            <a:avLst/>
          </a:prstGeom>
        </p:spPr>
      </p:pic>
    </p:spTree>
    <p:extLst>
      <p:ext uri="{BB962C8B-B14F-4D97-AF65-F5344CB8AC3E}">
        <p14:creationId xmlns:p14="http://schemas.microsoft.com/office/powerpoint/2010/main" val="1399862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611539" y="958850"/>
            <a:ext cx="4404961" cy="6099619"/>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Dashboard</a:t>
            </a: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 Alumno</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El lado derecho es un formulario funcional donde el alumno puede elegir el tipo de documento (Kardex, Constancia, etc.) y escribe el motivo por el cuál lo solicita. Esta solicitud llega al perfil del administrador para que trabaje en ella.</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El panel derecho: </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es u</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na</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lista que muestra el estado de </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las solicitudes realizadas. </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Se utilizaron etiquetas de colores para cada  estado: amarillo para pendiente, </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v</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erde</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para aprobado y azul para en proceso. </a:t>
            </a: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1E3D08F8-DB55-4865-87A7-8051DE5294E1}"/>
              </a:ext>
            </a:extLst>
          </p:cNvPr>
          <p:cNvPicPr>
            <a:picLocks noChangeAspect="1"/>
          </p:cNvPicPr>
          <p:nvPr/>
        </p:nvPicPr>
        <p:blipFill>
          <a:blip r:embed="rId2"/>
          <a:stretch>
            <a:fillRect/>
          </a:stretch>
        </p:blipFill>
        <p:spPr>
          <a:xfrm>
            <a:off x="5606349" y="1816100"/>
            <a:ext cx="6514246" cy="3409950"/>
          </a:xfrm>
          <a:prstGeom prst="rect">
            <a:avLst/>
          </a:prstGeom>
        </p:spPr>
      </p:pic>
    </p:spTree>
    <p:extLst>
      <p:ext uri="{BB962C8B-B14F-4D97-AF65-F5344CB8AC3E}">
        <p14:creationId xmlns:p14="http://schemas.microsoft.com/office/powerpoint/2010/main" val="2344853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611539" y="958850"/>
            <a:ext cx="4404961" cy="5094215"/>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Representación de cada estado</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Pendiente: el administrador aún no ha revisado o iniciado el trámite.</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En proceso: se refiere a que el administrador ya recibió la solicitud y está trabajando en la elaboración del documento.</a:t>
            </a:r>
          </a:p>
          <a:p>
            <a:pPr marL="285750" marR="0" lvl="0" indent="-285750" algn="just" defTabSz="914400" rtl="0" eaLnBrk="1" fontAlgn="auto" latinLnBrk="0" hangingPunct="1">
              <a:lnSpc>
                <a:spcPct val="150000"/>
              </a:lnSpc>
              <a:spcBef>
                <a:spcPts val="0"/>
              </a:spcBef>
              <a:spcAft>
                <a:spcPts val="80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Aprobado: el trámite ha sido validado con éxito y puede llegar a manos del alumno.</a:t>
            </a: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1E3D08F8-DB55-4865-87A7-8051DE5294E1}"/>
              </a:ext>
            </a:extLst>
          </p:cNvPr>
          <p:cNvPicPr>
            <a:picLocks noChangeAspect="1"/>
          </p:cNvPicPr>
          <p:nvPr/>
        </p:nvPicPr>
        <p:blipFill>
          <a:blip r:embed="rId2"/>
          <a:stretch>
            <a:fillRect/>
          </a:stretch>
        </p:blipFill>
        <p:spPr>
          <a:xfrm>
            <a:off x="5606349" y="1816100"/>
            <a:ext cx="6514246" cy="3409950"/>
          </a:xfrm>
          <a:prstGeom prst="rect">
            <a:avLst/>
          </a:prstGeom>
        </p:spPr>
      </p:pic>
    </p:spTree>
    <p:extLst>
      <p:ext uri="{BB962C8B-B14F-4D97-AF65-F5344CB8AC3E}">
        <p14:creationId xmlns:p14="http://schemas.microsoft.com/office/powerpoint/2010/main" val="292257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931D64F-0EF4-472A-BDB1-EA01C3DC24B3}"/>
              </a:ext>
            </a:extLst>
          </p:cNvPr>
          <p:cNvSpPr txBox="1"/>
          <p:nvPr/>
        </p:nvSpPr>
        <p:spPr>
          <a:xfrm>
            <a:off x="1578009" y="1140937"/>
            <a:ext cx="9305144" cy="357585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Conclusión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Esta primer etapa ha permitido practicar los conceptos del desarrollo web. También se </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ha comprendido</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la importancia de planificar una navegación intuitiva, Este ejercicio ha representado un acercamiento real al desarrollo web, </a:t>
            </a:r>
            <a:r>
              <a:rPr lang="es-MX" sz="1600" dirty="0">
                <a:solidFill>
                  <a:prstClr val="black"/>
                </a:solidFill>
                <a:latin typeface="Arial" panose="020B0604020202020204" pitchFamily="34" charset="0"/>
                <a:ea typeface="Aptos" panose="020B0004020202020204" pitchFamily="34" charset="0"/>
                <a:cs typeface="Arial" panose="020B0604020202020204" pitchFamily="34" charset="0"/>
              </a:rPr>
              <a:t>se utilizaron herramientas modernas, </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se creó una interfaz de usuario y además se diseñó un flujo lógico de navegación.</a:t>
            </a: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La versión final del proyecto aún está en proceso, el siguiente paso será conectar estas interfaces a una base de datos, lo cual transformará las pantallas en una aplicación dinámica y funcional. Al integrar el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backend</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las solicitudes dejarán de ser estáticas y se convertirán en datos reales que podrán ser procesados, almacenados y gestionados.</a:t>
            </a:r>
          </a:p>
        </p:txBody>
      </p:sp>
    </p:spTree>
    <p:extLst>
      <p:ext uri="{BB962C8B-B14F-4D97-AF65-F5344CB8AC3E}">
        <p14:creationId xmlns:p14="http://schemas.microsoft.com/office/powerpoint/2010/main" val="351815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0ECF962-DFBD-4211-9FC3-EE13009CDCC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4A6827-6711-499C-91D6-E14C610205BC}" type="slidenum">
              <a:rPr kumimoji="0" lang="es-MX"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MX"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CuadroTexto 2">
            <a:extLst>
              <a:ext uri="{FF2B5EF4-FFF2-40B4-BE49-F238E27FC236}">
                <a16:creationId xmlns:a16="http://schemas.microsoft.com/office/drawing/2014/main" id="{7D099288-14DC-4D2E-9B0E-65867B883FA9}"/>
              </a:ext>
            </a:extLst>
          </p:cNvPr>
          <p:cNvSpPr txBox="1"/>
          <p:nvPr/>
        </p:nvSpPr>
        <p:spPr>
          <a:xfrm>
            <a:off x="1591456" y="815859"/>
            <a:ext cx="9305144" cy="554049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Fuentes consultadas</a:t>
            </a: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Soy </a:t>
            </a:r>
            <a:r>
              <a:rPr kumimoji="0" lang="es-MX" sz="1600" b="0" i="0" u="none" strike="noStrike" kern="1200" cap="none" spc="0" normalizeH="0" baseline="0" noProof="0" dirty="0" err="1">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Dalto</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 (2024, 17 marzo). Curso de HTML y CSS desde CERO (Completo) [Vídeo]. YouTube. </a:t>
            </a: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hlinkClick r:id="rId2"/>
              </a:rPr>
              <a:t>https://www.youtube.com/watch?v=ELSm-G201Ls</a:t>
            </a: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rPr>
              <a:t>Uso y aplicación de las tecnologías de desarrollo web(Cristian Escobedo, comunicación personal, 26 de abril de 2024).</a:t>
            </a: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1"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Enlace a Git: </a:t>
            </a: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https://github.com/yoselinescobedolopez/Programacion_web.git</a:t>
            </a:r>
            <a:endParaRPr kumimoji="0" lang="es-MX"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800"/>
              </a:spcAft>
              <a:buClrTx/>
              <a:buSzTx/>
              <a:buFontTx/>
              <a:buNone/>
              <a:tabLst/>
              <a:defRPr/>
            </a:pPr>
            <a:endParaRPr kumimoji="0" lang="es-MX" sz="1600" b="0" i="0" u="none" strike="noStrike" kern="1200" cap="none" spc="0" normalizeH="0" baseline="0" noProof="0" dirty="0">
              <a:ln>
                <a:noFill/>
              </a:ln>
              <a:solidFill>
                <a:prstClr val="black"/>
              </a:solidFill>
              <a:effectLst/>
              <a:uLnTx/>
              <a:uFillTx/>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21673761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983</Words>
  <Application>Microsoft Office PowerPoint</Application>
  <PresentationFormat>Panorámica</PresentationFormat>
  <Paragraphs>72</Paragraphs>
  <Slides>15</Slides>
  <Notes>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15</vt:i4>
      </vt:variant>
    </vt:vector>
  </HeadingPairs>
  <TitlesOfParts>
    <vt:vector size="20" baseType="lpstr">
      <vt:lpstr>Arial</vt:lpstr>
      <vt:lpstr>Calibri</vt:lpstr>
      <vt:lpstr>Calibri Light</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Gleysi Yoselin Escobedo López</dc:creator>
  <cp:lastModifiedBy>Gleysi Yoselin Escobedo López</cp:lastModifiedBy>
  <cp:revision>11</cp:revision>
  <dcterms:created xsi:type="dcterms:W3CDTF">2026-05-05T02:13:40Z</dcterms:created>
  <dcterms:modified xsi:type="dcterms:W3CDTF">2026-05-05T19:00:52Z</dcterms:modified>
</cp:coreProperties>
</file>