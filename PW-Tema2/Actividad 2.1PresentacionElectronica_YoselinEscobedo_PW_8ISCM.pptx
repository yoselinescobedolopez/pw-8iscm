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530FD-0F37-44DD-B9D4-FA88075ED416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A8AC9-56CF-4854-832F-FB51D11E52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72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8EE8-5F10-488E-8A34-D8BA375569EA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885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8A4A2-E0D6-43B0-818F-90AE0E489E8C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75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88F-2627-4E47-897B-96E48BB0A923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077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E335-1BAD-45C7-8724-C8E45DC3367F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311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14AF3-CAEB-4942-8F41-D9638E9046E9}" type="datetime1">
              <a:rPr lang="es-MX" smtClean="0"/>
              <a:t>30/05/2026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414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C99FA-EABD-4BB7-952C-9AE088478AA5}" type="datetime1">
              <a:rPr lang="es-MX" smtClean="0"/>
              <a:t>30/05/2026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317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A669-FDD3-4B8F-822A-F27031FD0CE9}" type="datetime1">
              <a:rPr lang="es-MX" smtClean="0"/>
              <a:t>30/05/2026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08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FF989-1DD2-4C11-BCD0-E6D0BFDABA99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815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945B-487B-4375-AA56-56671107DCD4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701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650F-DE03-4AF5-A2D3-45D03BA8FCA1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55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8E19-B568-4044-A25E-4170B6A139A4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5073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F587-4071-464B-87C9-BE0EBDFE4EEE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336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2B5A-AFE0-4D07-B2B6-EEB6C584CF04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7609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15EF-0EC1-451E-BF7A-955208772036}" type="datetime1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3241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9E311-648E-49A7-8D4D-DC31381426F8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0647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22FC-D11A-44A0-8F69-C96E67D30B90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717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AD14F-6987-4E2B-AAB7-0227A95F55C9}" type="datetime1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62C58D8-1624-4D54-ACD0-789AEADE08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566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itorialelearning.com/catalogo/media/iverve/uploadpdf/1525960355_0501_demo.pdf" TargetMode="External"/><Relationship Id="rId2" Type="http://schemas.openxmlformats.org/officeDocument/2006/relationships/hyperlink" Target="https://es.scribd.com/presentation/734447601/UNIDAD-2-HTML-XML-y-CSS-1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gramacionweb1.wordpress.com/lenguaje-de-marcado/2-2-representacion-de-document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89BE58-9DBB-4EAC-9858-D0733C757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943" y="393283"/>
            <a:ext cx="1685296" cy="6878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278B50-3CDC-4A17-AC42-C9D973AC9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4" t="-1" b="-40163"/>
          <a:stretch/>
        </p:blipFill>
        <p:spPr>
          <a:xfrm>
            <a:off x="5795844" y="302590"/>
            <a:ext cx="1752758" cy="10541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0F05F39-33B0-4802-91AC-25B520CB7310}"/>
              </a:ext>
            </a:extLst>
          </p:cNvPr>
          <p:cNvSpPr txBox="1"/>
          <p:nvPr/>
        </p:nvSpPr>
        <p:spPr>
          <a:xfrm>
            <a:off x="2933669" y="1312415"/>
            <a:ext cx="7234002" cy="5362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Tecnológico Nacional de México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 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Presentación “HTML, XML y CSS ”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endParaRPr lang="es-ES" sz="1200" dirty="0">
              <a:solidFill>
                <a:srgbClr val="00000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Alumna</a:t>
            </a: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Gleysi Yoselin Escobedo López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8</a:t>
            </a:r>
            <a:endParaRPr lang="es-MX" sz="1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Número de control: 22270456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Carrera: Ingeniería en Sistemas Computacionales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Docente: Ing.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Francisco Javier Velázquez Mingo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entrega: </a:t>
            </a: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s-E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abril de 2026</a:t>
            </a:r>
            <a:endParaRPr lang="es-MX" sz="12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B43FBD-AF01-4BCF-85EB-E2D6E6681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87" b="6206"/>
          <a:stretch/>
        </p:blipFill>
        <p:spPr>
          <a:xfrm>
            <a:off x="2087811" y="129623"/>
            <a:ext cx="2599700" cy="580650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5FAF01F-AE09-41B5-9F68-749F01CF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673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CE0191-9C54-491F-AFCD-659839E54898}"/>
              </a:ext>
            </a:extLst>
          </p:cNvPr>
          <p:cNvSpPr txBox="1"/>
          <p:nvPr/>
        </p:nvSpPr>
        <p:spPr>
          <a:xfrm>
            <a:off x="2895821" y="1061924"/>
            <a:ext cx="7377732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actualidad, las páginas web forman parte de la vida cotidiana, ya que se utilizan para la educación, el entretenimiento, la comunicación y el trabajo. Para crear estas páginas se utilizan diferentes lenguajes de programación y diseño, entre los cuales destacan HTML, XML y CSS. Estos lenguajes permiten estructurar la información, organizar los datos y dar estilo a los sitios web, haciendo posible una experiencia más clara y atractiva para el usuario.</a:t>
            </a:r>
            <a:endParaRPr lang="es-MX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44D1A-B0B6-46CC-A6F2-230A2CC2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04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AB8C19-EA23-4958-8BE4-9C5CE941C0ED}"/>
              </a:ext>
            </a:extLst>
          </p:cNvPr>
          <p:cNvSpPr txBox="1"/>
          <p:nvPr/>
        </p:nvSpPr>
        <p:spPr>
          <a:xfrm>
            <a:off x="3084079" y="1436773"/>
            <a:ext cx="7660120" cy="2734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El estudio de HTML, XML y CSS es importante porque son la base del desarrollo web moderno. Comprender estos lenguajes permite crear páginas web funcionales, organizadas y visualmente atractivas. Además, su conocimiento es fundamental para quienes desean dedicarse al diseño o desarrollo de sitios web, ya que prácticamente todas las páginas de internet están construidas con estas tecnologías.</a:t>
            </a:r>
            <a:endParaRPr lang="es-MX" sz="16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431F4E5-AEC7-4788-984A-02B0B23E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2387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480400" y="737541"/>
            <a:ext cx="79724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2.1 Introducción a HTML, XML y CSS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HTML: Lenguaje que se utiliza para estructurar el contenido de una página web.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XML: Lenguaje que permite almacenar y transportar datos de manera organizada.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CSS: Lenguaje que se utiliza para dar diseño y estilo a las páginas web.</a:t>
            </a:r>
          </a:p>
        </p:txBody>
      </p:sp>
      <p:pic>
        <p:nvPicPr>
          <p:cNvPr id="1026" name="Picture 2" descr="Qué es el lenguaje XML y para qué sirve? | ESIC">
            <a:extLst>
              <a:ext uri="{FF2B5EF4-FFF2-40B4-BE49-F238E27FC236}">
                <a16:creationId xmlns:a16="http://schemas.microsoft.com/office/drawing/2014/main" id="{2312292B-25DF-4F6C-AD64-9B71D41E2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963" y="3716358"/>
            <a:ext cx="4293037" cy="240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é es CSS: Ventajas y funcionamiento Yeeply">
            <a:extLst>
              <a:ext uri="{FF2B5EF4-FFF2-40B4-BE49-F238E27FC236}">
                <a16:creationId xmlns:a16="http://schemas.microsoft.com/office/drawing/2014/main" id="{2339F025-2506-497B-8B06-FD134FEA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498" y="3862685"/>
            <a:ext cx="2529567" cy="177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773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311579" y="1636824"/>
            <a:ext cx="8635366" cy="2539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2.2 Estructura global de un documento web</a:t>
            </a:r>
          </a:p>
          <a:p>
            <a:pPr algn="just">
              <a:lnSpc>
                <a:spcPct val="150000"/>
              </a:lnSpc>
            </a:pP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Un documento HTML tiene una estructura básica.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Partes principales: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&lt;head&gt;: información de la página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&gt;: contenido visible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&gt;: estructura general del documento</a:t>
            </a:r>
          </a:p>
        </p:txBody>
      </p:sp>
      <p:pic>
        <p:nvPicPr>
          <p:cNvPr id="1031" name="Picture 7" descr="HTML - Wikipedia, la enciclopedia libre">
            <a:extLst>
              <a:ext uri="{FF2B5EF4-FFF2-40B4-BE49-F238E27FC236}">
                <a16:creationId xmlns:a16="http://schemas.microsoft.com/office/drawing/2014/main" id="{D17EC6AA-9DB4-43F7-9718-683388FB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618" y="4176494"/>
            <a:ext cx="1966059" cy="216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Layman's Coding: What is the minimum HTML you need for a website? | by  Cortney Thomas | Medium">
            <a:extLst>
              <a:ext uri="{FF2B5EF4-FFF2-40B4-BE49-F238E27FC236}">
                <a16:creationId xmlns:a16="http://schemas.microsoft.com/office/drawing/2014/main" id="{14A480A1-D58A-4AAA-AB2D-87213EB80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3" y="1189300"/>
            <a:ext cx="4436951" cy="253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96DB58-59ED-4AF6-ABEE-920BCAC8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000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227156" y="784863"/>
            <a:ext cx="88065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2.3 Elementos básicos</a:t>
            </a: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documentos HTML utilizan diversos elementos para organizar y presentar la información.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Texto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 puede incluir títulos, subtítulos, párrafos y otros formatos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Vínculos: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permiten conectar una página con otra.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Listas: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sirven para presentar información de manera ordenada o desordenada.</a:t>
            </a:r>
          </a:p>
        </p:txBody>
      </p:sp>
      <p:pic>
        <p:nvPicPr>
          <p:cNvPr id="2050" name="Picture 2" descr="Programacion WEB: 2.5 Elementos basicos: texto, vinculos, listas, tablas,  objetos, imagenes y aplicaciones">
            <a:extLst>
              <a:ext uri="{FF2B5EF4-FFF2-40B4-BE49-F238E27FC236}">
                <a16:creationId xmlns:a16="http://schemas.microsoft.com/office/drawing/2014/main" id="{157D2F19-09A2-4983-BFC1-A995E456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300" y="3910371"/>
            <a:ext cx="4329043" cy="24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865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227156" y="784863"/>
            <a:ext cx="88065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2.3 Elementos básicos</a:t>
            </a: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Tablas: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permiten organizar datos en filas y columnas.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Objetos e imágenes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 las imágenes favorecen visualmente una página web, mientras que los objetos permiten incorporar elementos multimedia.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Aplicaciones: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son componentes interactivos que permiten realizar tareas dentro de una página web.</a:t>
            </a:r>
          </a:p>
        </p:txBody>
      </p:sp>
      <p:pic>
        <p:nvPicPr>
          <p:cNvPr id="2050" name="Picture 2" descr="Programacion WEB: 2.5 Elementos basicos: texto, vinculos, listas, tablas,  objetos, imagenes y aplicaciones">
            <a:extLst>
              <a:ext uri="{FF2B5EF4-FFF2-40B4-BE49-F238E27FC236}">
                <a16:creationId xmlns:a16="http://schemas.microsoft.com/office/drawing/2014/main" id="{157D2F19-09A2-4983-BFC1-A995E456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300" y="3910371"/>
            <a:ext cx="4329043" cy="24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604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285212" y="1214875"/>
            <a:ext cx="5639588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2.4 Formularios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formularios son herramientas que permiten recopilar información de los usuarios mediante campos de entrada de datos.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utilizan en: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Registros de usuarios.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Inicio de sesión.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Encuestas.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Formularios de contacto.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Solicitudes de información.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8</a:t>
            </a:fld>
            <a:endParaRPr lang="es-MX"/>
          </a:p>
        </p:txBody>
      </p:sp>
      <p:pic>
        <p:nvPicPr>
          <p:cNvPr id="3074" name="Picture 2" descr="Formularios HTML: ¿Qué son y para que sirven? EJEMPLOS!!">
            <a:extLst>
              <a:ext uri="{FF2B5EF4-FFF2-40B4-BE49-F238E27FC236}">
                <a16:creationId xmlns:a16="http://schemas.microsoft.com/office/drawing/2014/main" id="{9A0E2C4E-8197-4FDE-A7E3-364568024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480" y="1780827"/>
            <a:ext cx="3700615" cy="329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604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183612" y="1084246"/>
            <a:ext cx="5639588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2.5 Lenguajes de presentación en documentos web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lenguajes de presentación tienen como objetivo mejorar la apariencia visual de una página web.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principal lenguaje de presentación es CSS, que permite controlar: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Colores.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Tipografías.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Tamaños de texto.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Espaciados.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Distribución de elementos.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Diseño adaptable a diferentes dispositivos.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9</a:t>
            </a:fld>
            <a:endParaRPr lang="es-MX"/>
          </a:p>
        </p:txBody>
      </p:sp>
      <p:pic>
        <p:nvPicPr>
          <p:cNvPr id="4098" name="Picture 2" descr="Como usar CSS en una página Web: los estilos CSS3">
            <a:extLst>
              <a:ext uri="{FF2B5EF4-FFF2-40B4-BE49-F238E27FC236}">
                <a16:creationId xmlns:a16="http://schemas.microsoft.com/office/drawing/2014/main" id="{78986BAE-E613-4285-9DDA-40F929236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896" y="3300640"/>
            <a:ext cx="4464358" cy="221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491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183611" y="744706"/>
            <a:ext cx="92971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2.6 Selectores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Son mecanismos utilizados en CSS para indicar a qué elementos de una página web se aplicarán determinados estilos.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Selectores de etiqueta: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aplican estilos a todos los elementos de un mismo tipo.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Selectores de clase: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 un grupo específico de elementos.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Selectores de identificador (ID):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aplican a un elemento único dentro de la página.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Selectores universales: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afectan a todos los elementos del documento.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10</a:t>
            </a:fld>
            <a:endParaRPr lang="es-MX"/>
          </a:p>
        </p:txBody>
      </p:sp>
      <p:pic>
        <p:nvPicPr>
          <p:cNvPr id="5122" name="Picture 2" descr="Selectores básicos - CSS en español">
            <a:extLst>
              <a:ext uri="{FF2B5EF4-FFF2-40B4-BE49-F238E27FC236}">
                <a16:creationId xmlns:a16="http://schemas.microsoft.com/office/drawing/2014/main" id="{BD1A5E0E-8E3F-42EE-B62F-886C2CF48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494" y="4178888"/>
            <a:ext cx="4907052" cy="135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electores CSS - Webempresa">
            <a:extLst>
              <a:ext uri="{FF2B5EF4-FFF2-40B4-BE49-F238E27FC236}">
                <a16:creationId xmlns:a16="http://schemas.microsoft.com/office/drawing/2014/main" id="{C74FF32F-B866-4222-ADA7-54435764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109" y="3918857"/>
            <a:ext cx="3453127" cy="19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68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299725" y="715677"/>
            <a:ext cx="92971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2.7 Modelo de caja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Establece que cada elemento de una página web se representa como una caja rectangular compuesta por cuatro áreas: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Contenido: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información principal del elemento, como texto o imágenes.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Relleno (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espacio entre el contenido y el borde.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Borde (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Border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línea que rodea el contenido y el relleno.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Margen (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espacio exterior que separa una caja de otras.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11</a:t>
            </a:fld>
            <a:endParaRPr lang="es-MX"/>
          </a:p>
        </p:txBody>
      </p:sp>
      <p:pic>
        <p:nvPicPr>
          <p:cNvPr id="6146" name="Picture 2" descr="Qué es y cómo funciona el modelo de caja en CSS3 - YouTube">
            <a:extLst>
              <a:ext uri="{FF2B5EF4-FFF2-40B4-BE49-F238E27FC236}">
                <a16:creationId xmlns:a16="http://schemas.microsoft.com/office/drawing/2014/main" id="{32E1F280-AB4E-4C7F-A176-A15DEC3A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13" y="3908475"/>
            <a:ext cx="4833257" cy="270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92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111040" y="1426878"/>
            <a:ext cx="92971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conclusión, HTML, XML y CSS son tecnologías esenciales para el desarrollo de páginas web. HTML proporciona la estructura del contenido, XML facilita la organización e intercambio de datos y CSS se encarga de la parte visual. Conocer estas herramientas permite crear sitios web funcionales y atractivos. Además, su aplicación práctica en el proyecto que se está desarrollando ha permitido comprender mejor su importancia y utilidad al trabajar en conjunto.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2956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362999" y="584488"/>
            <a:ext cx="9297189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informacion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Client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(s. f.). 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https://es.scribd.com/presentation/734447601/UNIDAD-2-HTML-XML-y-CSS-1</a:t>
            </a:r>
            <a:endParaRPr lang="es-MX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Diseño básico de páginas web en HTML. (s. f.).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Editorialelearning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https://www.editorialelearning.com/catalogo/media/iverve/uploadpdf/1525960355_0501_demo.pdf</a:t>
            </a:r>
            <a:endParaRPr lang="es-MX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2.2 Representación de documentos. (2015, 16 marzo). Programación  Web. 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https://programacionweb1.wordpress.com/lenguaje-de-marcado/2-2-representacion-de-documentos/</a:t>
            </a:r>
            <a:endParaRPr lang="es-MX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028E-0E20-4956-B838-43AED1A6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58D8-1624-4D54-ACD0-789AEADE08C3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82016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</TotalTime>
  <Words>817</Words>
  <Application>Microsoft Office PowerPoint</Application>
  <PresentationFormat>Panorámica</PresentationFormat>
  <Paragraphs>92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Gleysi Yoselin Escobedo López</dc:creator>
  <cp:lastModifiedBy>Gleysi Yoselin Escobedo López</cp:lastModifiedBy>
  <cp:revision>11</cp:revision>
  <dcterms:created xsi:type="dcterms:W3CDTF">2026-05-30T05:18:14Z</dcterms:created>
  <dcterms:modified xsi:type="dcterms:W3CDTF">2026-05-30T19:15:56Z</dcterms:modified>
</cp:coreProperties>
</file>