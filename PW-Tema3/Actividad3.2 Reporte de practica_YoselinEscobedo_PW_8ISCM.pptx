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9" r:id="rId3"/>
    <p:sldId id="273" r:id="rId4"/>
    <p:sldId id="260" r:id="rId5"/>
    <p:sldId id="261" r:id="rId6"/>
    <p:sldId id="262" r:id="rId7"/>
    <p:sldId id="275" r:id="rId8"/>
    <p:sldId id="276" r:id="rId9"/>
    <p:sldId id="277" r:id="rId10"/>
    <p:sldId id="280" r:id="rId11"/>
    <p:sldId id="281" r:id="rId12"/>
    <p:sldId id="282" r:id="rId13"/>
    <p:sldId id="284" r:id="rId14"/>
    <p:sldId id="278" r:id="rId15"/>
    <p:sldId id="287" r:id="rId16"/>
    <p:sldId id="288" r:id="rId17"/>
    <p:sldId id="289" r:id="rId18"/>
    <p:sldId id="279" r:id="rId19"/>
    <p:sldId id="285" r:id="rId20"/>
    <p:sldId id="286" r:id="rId21"/>
    <p:sldId id="257" r:id="rId22"/>
    <p:sldId id="290" r:id="rId23"/>
    <p:sldId id="291" r:id="rId2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DF78B-D44B-4940-A9E8-EDD96E27F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CB86A2-A8CC-4F65-B2C7-1BC2F8F60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083B2D-A6C4-4923-8F4D-A07199B5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72CF6-E65B-4525-AACF-0DC4758351E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5095A6-89F1-4FB7-B5DB-4F0DC501E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8B6342-FE3F-4ACC-A548-12D876D2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4A10-BCCA-4885-8212-AF2A44D8B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8454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8A857-6A00-4EE1-98F1-381930ED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D7509D-D7FF-486A-831E-454FB8EBE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F3D513-BBE2-4FB2-B9E9-8EADBF8E5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72CF6-E65B-4525-AACF-0DC4758351E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A15284-24AE-4031-9C82-BF5144CE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30C269-EBE6-4FBB-AC73-52D0D5D9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4A10-BCCA-4885-8212-AF2A44D8B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441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E7099-6E2E-4427-9983-B0437CC57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72D1C0-720F-480F-8AC9-12E02A713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0A82C-46FE-4AB4-BF3D-99B41B95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72CF6-E65B-4525-AACF-0DC4758351E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3C84EF-1CCE-4F9F-993F-DF64D6A2E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2CCBAD-C777-4BF6-B4EC-472ED6A0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4A10-BCCA-4885-8212-AF2A44D8B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9916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C741D3-B296-42FB-934D-20C93C399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D9905A-1943-44BC-8C56-D3F1B8FC20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2CE882-6B0E-4D6C-BC22-A6A6EF338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14C78F-761C-4FBD-BCAB-BA2B23910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72CF6-E65B-4525-AACF-0DC4758351E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F0C5C0-532D-41F9-B9EE-7C3435E2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5DFF24-1F36-4F61-8826-5B17F429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4A10-BCCA-4885-8212-AF2A44D8B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305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E43F5-C814-45AB-9F6D-BBF437FCF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6E5834-D25A-4E77-B204-C8EDD8E60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789835-EB45-43B3-8525-3560AF05E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0D5D8A5-32B3-4081-A6ED-BB7B255D0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E9461A6-6C57-446A-9B21-71756F4E2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3A84D1C-2812-4AE7-A921-9C6892EC3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72CF6-E65B-4525-AACF-0DC4758351E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F01392D-5B95-4264-B9F1-D5CBAEB27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FAF8A3-3B9E-4594-BE16-4555DC0D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4A10-BCCA-4885-8212-AF2A44D8B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389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CEA71-B334-42F1-A7D9-83B791B6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CC1DA4D-F403-4D6F-84AC-602EAFFB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72CF6-E65B-4525-AACF-0DC4758351E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7818E0-5B2B-425F-B115-CAB87A073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40287D-6E04-42B1-8DD1-FDADEB1C6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4A10-BCCA-4885-8212-AF2A44D8B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8351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1465190-CBB3-4E2E-BD37-47F0527F8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72CF6-E65B-4525-AACF-0DC4758351E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9CD317-15A2-4826-B6CF-9DDCE557B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80C5AF-F519-4E80-B741-5DDB625D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4A10-BCCA-4885-8212-AF2A44D8B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5483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E787E-8DDA-4439-B61B-F41FAE636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266F27-330D-4080-B7D9-6A75DEE25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BFB39F-A8D1-4C2E-B72D-D15C35FBC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EC745A-2BDD-4CFB-831F-197D754EF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72CF6-E65B-4525-AACF-0DC4758351E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49A649-89FD-43B0-ADE8-DE02E1AD0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7EAC3-E4FC-44EF-8177-7C9BED82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4A10-BCCA-4885-8212-AF2A44D8B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2833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A9583-E80C-4902-9E9E-AC52CC47A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607380C-FFF0-46AF-9EFC-682D973574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2C5D5C6-2E75-4A22-B1FE-E61184967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CBB401-B68A-4792-95CF-235017704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72CF6-E65B-4525-AACF-0DC4758351E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060B03-8232-4298-AB5A-4727FDF71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F83309-6274-43A0-8F8E-54D40C6EF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4A10-BCCA-4885-8212-AF2A44D8B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753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A8F20-027A-4410-ADFA-D03763B0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F52477-BA4A-47B1-A3F3-52956C56F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4B1915-790A-40DC-9253-12CECE83D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72CF6-E65B-4525-AACF-0DC4758351E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B82BAC-AA37-4DD4-8B62-AE2D834F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2A44A4-2EE9-409A-A58B-7CEF89C3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4A10-BCCA-4885-8212-AF2A44D8B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9151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BBDCD3-CC8F-4D37-B32D-BFFF2F55B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D7900A-680A-49E1-8B15-5B58C700E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4A76F4-EBB7-4903-807F-C58C87CF1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72CF6-E65B-4525-AACF-0DC4758351E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E8F7DD-EFB5-4F20-A771-C0A3931F9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F7C544-8C2C-4DE2-991C-14D675D43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74A10-BCCA-4885-8212-AF2A44D8B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7046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C2DCD-AC8A-449F-8B6B-BF54A68B4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BB7105-F4B5-48B9-9492-1CFE864DF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851AB1-5EA5-4092-A6A7-77546AF3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A4892-F101-4625-A5E4-A07C38D8A44F}" type="datetime1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28A527-841C-48D7-9023-3B22FB0E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1BA832-955B-4C1C-ACE2-DBFCAC872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2DAC-90BF-45A6-8B5C-07C61D9A209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6104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A191A-A004-4ACC-A7E4-9869F8A8F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0295D4-71A2-4340-8242-727F4354F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59995C-43A4-4E8C-B7DA-4C83C1BF8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B46FB-B9D9-479C-AB82-3D0BCED6B875}" type="datetime1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976FA6-467E-48EB-9E30-01FC48CDC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48C06C-278A-4110-8A82-46FA38F28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2DAC-90BF-45A6-8B5C-07C61D9A209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5335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0E0EC-5487-4690-8752-1AC0B2BC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C931B0-47BC-449A-B9F0-2AFAE658C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547297-227A-4308-AC01-5EE97D309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5A942-B43D-49E7-95B3-2758E198ADCE}" type="datetime1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9CDE20-3BE9-484D-866D-20CCC8D3E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791FF6-E693-4506-976B-9C837A1D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2DAC-90BF-45A6-8B5C-07C61D9A209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9753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1E57B-7FAF-4FF0-B7A7-F4D35109D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2F37D2-2597-4D1A-B5BD-CE34F4C94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C009A9-9921-466E-A087-E32790D83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D5E3CD-F50B-4B9D-8A96-84E1B41AA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6CE1-E045-44F0-808D-A877973E67B5}" type="datetime1">
              <a:rPr lang="es-MX" smtClean="0"/>
              <a:t>11/06/2026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F5FDA7-1722-499C-BE43-31BF162C1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AE19A0-C731-468E-B322-6AFD95900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2DAC-90BF-45A6-8B5C-07C61D9A209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8543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73388-20B4-4B4D-943A-1A84E607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A7C44A-C018-43A4-8B98-B58C66DE2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371149-191F-437C-9E31-C38889A4B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77189FE-9214-4887-AECD-D58B07DBB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61C7D89-F676-41C1-8137-9CADC7939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ECBE8C5-D2D9-4984-85D5-49477B8FA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24B0-6C3A-4E9C-9018-060CE63D804E}" type="datetime1">
              <a:rPr lang="es-MX" smtClean="0"/>
              <a:t>11/06/2026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D7C5BED-6910-40D3-AFA5-EF145FCE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1F61E42-5E4B-4FEE-AFDD-E1247A974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2DAC-90BF-45A6-8B5C-07C61D9A209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1393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41831-2C98-460B-AD33-5FE8D917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644DD64-B05B-4C1D-92C1-DA57D688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3175C-6B69-465A-ABBB-F0D1B03AF1F0}" type="datetime1">
              <a:rPr lang="es-MX" smtClean="0"/>
              <a:t>11/06/2026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B981B8-AE69-428A-B794-A01FC2774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01B8BD4-D0AA-4F35-9912-000A6A80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2DAC-90BF-45A6-8B5C-07C61D9A209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2481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710AA4-FE97-4196-B1EF-2A6C309D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474C-EFFB-40DA-A710-E84AA168EA17}" type="datetime1">
              <a:rPr lang="es-MX" smtClean="0"/>
              <a:t>11/06/2026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EDD75C2-48F9-4A34-A144-438E4E36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4D066D-F48D-4ED2-BB23-0B02471F9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2DAC-90BF-45A6-8B5C-07C61D9A209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25856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EE4BB-82F7-48D2-B765-0C407BAB9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8C936E-C0F2-44C9-9867-1895093C2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7287E58-CA61-406D-9915-CE96E1AD6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D64CC4-37F3-430A-B755-3981B506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5E6D-8F13-4503-9C07-1989A9AEC7D2}" type="datetime1">
              <a:rPr lang="es-MX" smtClean="0"/>
              <a:t>11/06/2026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4289FA-6025-42C6-ADEF-390811F9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D37AAA-FECB-4045-BCBF-C62CFD0D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2DAC-90BF-45A6-8B5C-07C61D9A209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58637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1A7A3-54EC-492A-B1E3-4AA38494D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4D3CBAA-70ED-458A-A5C7-042136290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3BCADC-C214-407F-A166-86FF8AFED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F6BDCB-EDF3-4D55-ADB2-33A1B274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6BF31-3AD6-4D3B-B0E3-8F36759267AA}" type="datetime1">
              <a:rPr lang="es-MX" smtClean="0"/>
              <a:t>11/06/2026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DE1DA8-DAEB-4105-A6F4-4237CB7AA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DEC9FA-8053-47E1-84A9-5C010B809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2DAC-90BF-45A6-8B5C-07C61D9A209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19700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C5136-58E4-4D50-ABA7-AEF24858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3F3E1B-09E8-4C21-A572-C7CB386AE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8F2573-EE02-42FA-999A-E6C15072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C34DB-F73A-4965-AFB7-6DE503A47719}" type="datetime1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1ED450-3AE5-4FF3-85C4-D05B7C7D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30AECC-21CB-45C1-A0BE-6C4F8559F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2DAC-90BF-45A6-8B5C-07C61D9A209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568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593D92-0149-4C30-8F32-2FB45357E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265086-F3C6-4C0E-948D-609897954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7CAFC2-9B76-4329-A360-EDC068AC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8CB8-AA30-49B4-BDDC-8B94F5BB8EF5}" type="datetime1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D1CFF8-6936-4283-8104-F6CE0CEE0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01C631-B822-40DE-80CA-54EF5477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02DAC-90BF-45A6-8B5C-07C61D9A209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894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5CBB55-72F4-440F-9C24-9FC93E3C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69E507-F288-4C3B-B421-59782DB22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2190F5-5E35-4C62-9BA6-860FA4C97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72CF6-E65B-4525-AACF-0DC4758351EF}" type="datetimeFigureOut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6FA771-959F-4D44-B20C-0F23268940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882993-4EF5-45F1-BDB8-575E5EB19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74A10-BCCA-4885-8212-AF2A44D8BC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0253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454B1E2-0AC7-496A-BEFA-96D3257D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087CF1-8B2C-49E2-AFC5-A64F9C12A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D5F78A-4156-447D-BEF5-C5C2F7FFA7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910CC-05AD-4AC7-A46A-30C8A29E44CC}" type="datetime1">
              <a:rPr lang="es-MX" smtClean="0"/>
              <a:t>11/06/2026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522330-613B-443E-906B-D6CCC369F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08A37D-C0D8-40F1-AB6E-EFCDDA4A2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02DAC-90BF-45A6-8B5C-07C61D9A209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900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789BE58-9DBB-4EAC-9858-D0733C757A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399828"/>
            <a:ext cx="1685296" cy="68787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B278B50-3CDC-4A17-AC42-C9D973AC9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74" t="-1" b="-40163"/>
          <a:stretch/>
        </p:blipFill>
        <p:spPr>
          <a:xfrm>
            <a:off x="5725501" y="309135"/>
            <a:ext cx="1752758" cy="10541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0F05F39-33B0-4802-91AC-25B520CB7310}"/>
              </a:ext>
            </a:extLst>
          </p:cNvPr>
          <p:cNvSpPr txBox="1"/>
          <p:nvPr/>
        </p:nvSpPr>
        <p:spPr>
          <a:xfrm>
            <a:off x="2547226" y="1359301"/>
            <a:ext cx="7234002" cy="53621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Tecnológico Nacional de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Instituto Tecnológico de Frontera Comalapa 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Report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 de práctica 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Programación web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Alumna: Gleysi Yoselin Escobedo López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Semestre: 8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Número de control: 22270456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Carrera: Ingeniería en Sistemas Computacionales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Docente: Ing. </a:t>
            </a: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Francisco Javier Velázquez Mingo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Fecha de entrega: 19 de mayo de 2026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5B43FBD-AF01-4BCF-85EB-E2D6E6681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87" b="6206"/>
          <a:stretch/>
        </p:blipFill>
        <p:spPr>
          <a:xfrm>
            <a:off x="2017468" y="122721"/>
            <a:ext cx="2599700" cy="580650"/>
          </a:xfrm>
          <a:prstGeom prst="rect">
            <a:avLst/>
          </a:prstGeom>
        </p:spPr>
      </p:pic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55FAF01F-AE09-41B5-9F68-749F01CF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737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8E05B76-8C46-41F1-8E3D-E9CCAACF8FAF}"/>
              </a:ext>
            </a:extLst>
          </p:cNvPr>
          <p:cNvSpPr txBox="1"/>
          <p:nvPr/>
        </p:nvSpPr>
        <p:spPr>
          <a:xfrm>
            <a:off x="2528303" y="606775"/>
            <a:ext cx="9305144" cy="10234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Contenido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Introducción……………………………………………………………..……………3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Justificación……………………………………………………………..……………4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Reporte de tercer avance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Avance…………………………………………….…………………………………5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Tabla – solicitudes………………….………………………………………………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6-7</a:t>
            </a: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Perfil de Administrador…………..…………………………………………………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8-12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Carpeta 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Service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……...…………..…………………………………………………13-16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Modificaciones en el componente Alumno……...…………..……………………17-19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Conclusión…………………………………………………………………………....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20</a:t>
            </a: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Fuentes de información………………………..…………………………………....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21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Enlace a Git……………………………………..…………………………………....</a:t>
            </a:r>
            <a:r>
              <a:rPr lang="es-MX" sz="1600" dirty="0">
                <a:solidFill>
                  <a:prstClr val="black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22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lang="es-MX" sz="1600" dirty="0">
              <a:solidFill>
                <a:prstClr val="black"/>
              </a:solidFill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MX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E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0658A4E-72AE-4243-BE78-EB0ECDB4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4A6827-6711-499C-91D6-E14C610205B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1573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CE0191-9C54-491F-AFCD-659839E54898}"/>
              </a:ext>
            </a:extLst>
          </p:cNvPr>
          <p:cNvSpPr txBox="1"/>
          <p:nvPr/>
        </p:nvSpPr>
        <p:spPr>
          <a:xfrm>
            <a:off x="1578009" y="1140937"/>
            <a:ext cx="9305144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Introducción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 la Unidad 3 de la asignatura Programación Web, se 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agregaron nuevas funciones al proyecto integrador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En la etapa anterior se abordó la conexión a la base de datos para almacenar información del usuario al registrarse y posteriormente validar su acceso a la aplicación web. Se ha implementado la conexión con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Supabase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una base de datos relacional en la nube.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En este reporte se explica el proceso 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 relacionar el </a:t>
            </a:r>
            <a:r>
              <a:rPr lang="es-MX" dirty="0" err="1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del usuario o alumno con la base de datos, es decir manejar el flujo de las solicitudes de documento.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0844D1A-B0B6-46CC-A6F2-230A2CC2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446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CAB8C19-EA23-4958-8BE4-9C5CE941C0ED}"/>
              </a:ext>
            </a:extLst>
          </p:cNvPr>
          <p:cNvSpPr txBox="1"/>
          <p:nvPr/>
        </p:nvSpPr>
        <p:spPr>
          <a:xfrm>
            <a:off x="1559542" y="1304383"/>
            <a:ext cx="9305144" cy="3575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Justificación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 el desarrollo de una aplicación de solicitud de documentos se busca digitalizar este proceso, permitiendo que los alumnos registren sus solicitudes de manera rápida y sencilla desde una interfaz web, mientras que el personal administrativo puede gestionar y actualizar el estado de cada trámite.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Como avance del proyecto, se ha implementado la interfaz del módulo de alumnos para el registro de solicitudes, la conexión con una base de datos usando 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Supabase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para guardar la información. Asimismo, se desarrolló la estructura del </a:t>
            </a:r>
            <a:r>
              <a:rPr kumimoji="0" lang="es-MX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dashboard</a:t>
            </a: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y los componentes que permiten la comunicación entre la interfaz y la base de datos; este avance es una base para futuras funcionalidades.</a:t>
            </a:r>
            <a:endParaRPr kumimoji="0" lang="es-MX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431F4E5-AEC7-4788-984A-02B0B23E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2387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2485073" y="633709"/>
            <a:ext cx="797242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Avances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 avances anteriores se abordó la interfaz de usuario, en este caso se pretende continuar configurando las funciones de solicitudes. Por ejemplo el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Dashboard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del alumno debe estar relacionado al panel del administrador, ya que estos dos son los que mantendrán comunicación en las diferentes solicitudes realizadas.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6072778-BD84-4220-915B-F269996DCEA5}"/>
              </a:ext>
            </a:extLst>
          </p:cNvPr>
          <p:cNvPicPr/>
          <p:nvPr/>
        </p:nvPicPr>
        <p:blipFill rotWithShape="1">
          <a:blip r:embed="rId2"/>
          <a:srcRect t="5726" b="3560"/>
          <a:stretch/>
        </p:blipFill>
        <p:spPr>
          <a:xfrm>
            <a:off x="3581401" y="3676589"/>
            <a:ext cx="5612130" cy="286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3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2109787" y="500359"/>
            <a:ext cx="7972425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Tabla - solicitudes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mantener un control sobre las solicitudes y ambos perfiles (Alumno y Administrador). Se creó una nueva tabla dentro de la base de datos, la tabla se nombró “solicitudes”.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Nos dirigimos a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Supabase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Después ingresamos al proyecto solicita-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tec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y creamos la tabla correspondiente dentro de la base de datos.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D2FA03B-9A8D-4CC8-B3AF-650290C042C2}"/>
              </a:ext>
            </a:extLst>
          </p:cNvPr>
          <p:cNvPicPr/>
          <p:nvPr/>
        </p:nvPicPr>
        <p:blipFill rotWithShape="1">
          <a:blip r:embed="rId2"/>
          <a:srcRect t="5469" b="8342"/>
          <a:stretch/>
        </p:blipFill>
        <p:spPr>
          <a:xfrm>
            <a:off x="3924299" y="3962400"/>
            <a:ext cx="4945381" cy="257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6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1109663" y="1322099"/>
            <a:ext cx="4632007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Tabla-Solicitudes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tabla “solicitudes”, contiene o almacena los siguientes datos: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 de documento solicitado.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Motivo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Estado de la solicitud.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Usuario que lo solicitó.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MX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F4C0D1D-D187-4B2B-ADAC-A99BB10577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1610042"/>
            <a:ext cx="5612130" cy="363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8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1109663" y="1322099"/>
            <a:ext cx="4632007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Perfil de Administrador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1.Esta pantalla estaba pendiente por realizarse, por lo tanto, se prosiguió a implementar el código necesario en los archivos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TypeScript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HTML y CSS.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4007780-839B-4BF7-B5DB-05E3A00807D7}"/>
              </a:ext>
            </a:extLst>
          </p:cNvPr>
          <p:cNvPicPr/>
          <p:nvPr/>
        </p:nvPicPr>
        <p:blipFill rotWithShape="1">
          <a:blip r:embed="rId2"/>
          <a:srcRect r="5193" b="10153"/>
          <a:stretch/>
        </p:blipFill>
        <p:spPr>
          <a:xfrm>
            <a:off x="5950267" y="1542771"/>
            <a:ext cx="5320665" cy="283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472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569259" y="1550699"/>
            <a:ext cx="463200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Perfil de Administrador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2.En este archivo se especificó la estructura de la página, en este caso se muestran el entorno para mostrar las solicitudes como una bandeja de entrada.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3.En el panel para ver las solicitudes pueden visualizar el tipo de documento, motivo.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70FD096-2AE6-4240-9C69-1DD9A267BB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62" t="-24" r="27427" b="17435"/>
          <a:stretch/>
        </p:blipFill>
        <p:spPr>
          <a:xfrm>
            <a:off x="5598458" y="598394"/>
            <a:ext cx="6024283" cy="566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56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1109663" y="1322099"/>
            <a:ext cx="4632007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Perfil de Administrador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4.Al recibir una nueva solicitud por parte del alumno, el administrador puede cambiar el estado de ella y de esta manera informar al alumnos sobre el proceso de su documento.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B02B1C-8CFC-485D-8341-5BDD510E7A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495" b="2230"/>
          <a:stretch/>
        </p:blipFill>
        <p:spPr>
          <a:xfrm>
            <a:off x="6159860" y="1694572"/>
            <a:ext cx="5110451" cy="270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81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1022577" y="1089871"/>
            <a:ext cx="463200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Perfil de Administrador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TypeScript</a:t>
            </a: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.En esta parte se especificaron los archivos relacionados o que trabajan en conjunto.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Además, también se hace mención de la base de datos para obtener esa información y presentarla en un formato más claro al administrador.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6FC7F6E-8992-4FD4-9ACC-64A98C87D0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268"/>
          <a:stretch/>
        </p:blipFill>
        <p:spPr>
          <a:xfrm>
            <a:off x="6137071" y="1462178"/>
            <a:ext cx="5216729" cy="318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62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671833" y="810191"/>
            <a:ext cx="481456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Perfil de Administrador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El primer apartado establece una configuración uniforme en todos los elementos de la página, por ejemplo, elimina los márgenes y espacios internos.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8.  El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dashboard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es el contenedor principal de todos los componentes del sistema.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9. Cada tarjeta implementada muestra un indicador, en este caso el estado de solicitud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número de documentos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F11778-853D-4508-BAE8-2CE327F686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9" r="26886"/>
          <a:stretch/>
        </p:blipFill>
        <p:spPr>
          <a:xfrm>
            <a:off x="5968401" y="1808629"/>
            <a:ext cx="5735022" cy="324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17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574560" y="998249"/>
            <a:ext cx="7005185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Carpeta </a:t>
            </a:r>
            <a:r>
              <a:rPr kumimoji="0" lang="es-MX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</a:t>
            </a: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la estructura del proyecto se le agregó un archivo nuevo dentro de la carpeta </a:t>
            </a:r>
            <a:r>
              <a:rPr lang="es-MX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este archivo es “</a:t>
            </a:r>
            <a:r>
              <a:rPr lang="es-MX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solicitudes.service.ts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2. El archivo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solicitudes.service.ts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actúa como un intermediario entre la aplicación Angular y la base de datos alojada en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Supabase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Se encarga de 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gestionar todas las operaciones relacionadas con la tabla solicitudes, así se puede crear, obtener y actualizar información en los componentes correspondientes.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EF7154-B8EA-409A-B89B-A0117859B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848" y="1271286"/>
            <a:ext cx="3238952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57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1088232" y="1024534"/>
            <a:ext cx="4986337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Carpeta </a:t>
            </a:r>
            <a:r>
              <a:rPr kumimoji="0" lang="es-MX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</a:t>
            </a: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Solicitudes.service</a:t>
            </a: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importó 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{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createClient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SupabaseClient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} from '@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supabase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supabase-js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’; para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crear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conexión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Supabase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Con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provideIn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root 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indicó que el servicio estará disponible en toda la aplicación.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También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se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especificaron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rutas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la base de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correspondiente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ED324F3-CD67-4784-A3BE-20B4643341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783"/>
          <a:stretch/>
        </p:blipFill>
        <p:spPr>
          <a:xfrm>
            <a:off x="6783478" y="1322099"/>
            <a:ext cx="4632008" cy="409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886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979034" y="799585"/>
            <a:ext cx="463200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Carpeta </a:t>
            </a:r>
            <a:r>
              <a:rPr kumimoji="0" lang="es-MX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</a:t>
            </a: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s-MX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Solicitudes.service</a:t>
            </a: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 utilizó un método (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getSolicitudes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para recuperar todos los registros almacenados en la tabla solicitudes, de esa manera se permite mostrar en el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dashboard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la lista completa de solicitudes registradas.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El método actualizar estado busca el registro por su identificador, actualiza el estado y guarda los cambios.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3AAB887-F7A3-40ED-92DE-0F8CF301A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35" y="1871445"/>
            <a:ext cx="5334744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76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1109663" y="1322099"/>
            <a:ext cx="4632007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Carpeta </a:t>
            </a:r>
            <a:r>
              <a:rPr kumimoji="0" lang="es-MX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</a:t>
            </a: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s-MX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Solicitudes.service</a:t>
            </a: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 utilizó (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async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crearSolicitud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para insertar una nueva solicitud en la base de datos. Se ejecuta cuando un usuario envía una nueva solicitud desde el formulario.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E56798-F544-405E-9BD7-0B58292DA0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753" b="5686"/>
          <a:stretch/>
        </p:blipFill>
        <p:spPr>
          <a:xfrm>
            <a:off x="6096000" y="1322099"/>
            <a:ext cx="5526108" cy="42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263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771525" y="970872"/>
            <a:ext cx="4632007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Modificaciones en el componente Alumno.html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 panel representa el área destinada al registro de nuevas solicitudes de documentos.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También se a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gruparon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todos los controles necesarios para capturar la información de una nueva solicitud.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le asignó una función al botón enviar para obtener los datos capturados, enviar la solicitud y registrar la información en la base de datos.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38AC2B0-A98E-4A34-814D-3503DFF381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95" r="18557"/>
          <a:stretch/>
        </p:blipFill>
        <p:spPr>
          <a:xfrm>
            <a:off x="6096000" y="3645290"/>
            <a:ext cx="4889916" cy="30761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E862E35-52E1-453B-ABBB-6D1CFA0D7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221" y="616420"/>
            <a:ext cx="5722758" cy="281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164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771525" y="970872"/>
            <a:ext cx="463200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Modificaciones en el componente Alumno.</a:t>
            </a:r>
            <a:r>
              <a:rPr lang="es-MX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archivo </a:t>
            </a:r>
            <a:r>
              <a:rPr lang="es-MX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alumno.ts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contiene la lógica de funcionamiento del módulo de solicitudes.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Este archivo contiene las importaciones que proporcionan las herramientas necesarias para el funcionamiento del componente.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Además, se indica el archivo CSS encargado del diseño  del componente y el HTML correspondiente.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s-MX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A7CFCA-6D86-4AA7-BFD7-551B6B3ED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935" y="1560219"/>
            <a:ext cx="5849166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96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014447-F8D9-484F-9D35-ABB303092023}"/>
              </a:ext>
            </a:extLst>
          </p:cNvPr>
          <p:cNvSpPr txBox="1"/>
          <p:nvPr/>
        </p:nvSpPr>
        <p:spPr>
          <a:xfrm>
            <a:off x="669925" y="1391786"/>
            <a:ext cx="4632007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Modificaciones en el componente Alumno.</a:t>
            </a:r>
            <a:r>
              <a:rPr lang="es-MX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.Se invocó el método 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crearSolicitud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() del servicio</a:t>
            </a: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e</a:t>
            </a:r>
            <a:r>
              <a:rPr kumimoji="0" lang="es-MX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nvía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los datos capturados a la tabla solicitudes.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Se informa al usuario que la operación se completó correctamente.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99E6C8-4CDD-47F5-9C66-74BDDAAF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2C58D8-1624-4D54-ACD0-789AEADE0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A900401-8C98-4A74-8E2E-972B3BBD5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970" y="1264024"/>
            <a:ext cx="5965193" cy="452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92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5D8D329-2B55-492E-972F-6BDE8862D375}"/>
              </a:ext>
            </a:extLst>
          </p:cNvPr>
          <p:cNvSpPr txBox="1"/>
          <p:nvPr/>
        </p:nvSpPr>
        <p:spPr>
          <a:xfrm>
            <a:off x="1815406" y="1114201"/>
            <a:ext cx="8811185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realización de esta práctica es una evidencia de desarrollo de la aplicación web, en esta fase se logró que la aplicación  fuera dinámica con la integración exitosa entre el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framework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Angular y la plataforma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Supabase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Se obtuvieron respuestas asíncronas provenientes de la base de datos; hasta el momento como resultado, se cuenta con una plataforma conectada a una base de datos que permite realizar y visualizar solicitudes, posteriormente se implementarán más funciones e interacción.</a:t>
            </a:r>
          </a:p>
        </p:txBody>
      </p:sp>
    </p:spTree>
    <p:extLst>
      <p:ext uri="{BB962C8B-B14F-4D97-AF65-F5344CB8AC3E}">
        <p14:creationId xmlns:p14="http://schemas.microsoft.com/office/powerpoint/2010/main" val="2394895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5D8D329-2B55-492E-972F-6BDE8862D375}"/>
              </a:ext>
            </a:extLst>
          </p:cNvPr>
          <p:cNvSpPr txBox="1"/>
          <p:nvPr/>
        </p:nvSpPr>
        <p:spPr>
          <a:xfrm>
            <a:off x="1690407" y="809401"/>
            <a:ext cx="8811185" cy="7104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Fuentes de información</a:t>
            </a:r>
          </a:p>
          <a:p>
            <a:pPr algn="just">
              <a:lnSpc>
                <a:spcPct val="150000"/>
              </a:lnSpc>
            </a:pP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Vazquez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Escobedo, C. (2026). Tópicos de Programación Web Instituto Tecnológico de Frontera Comalapa.</a:t>
            </a:r>
          </a:p>
          <a:p>
            <a:pPr algn="just">
              <a:lnSpc>
                <a:spcPct val="150000"/>
              </a:lnSpc>
            </a:pP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presente práctica se llevó a cabo siguiendo las indicaciones del catedrático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Francisco Javier Velázquez Mingo, además de utilizar l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 conocimientos adquiridos durante la asignatura Tópicos de Programación Web  impartida en el periodo enero-junio de 2026.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dirty="0">
              <a:solidFill>
                <a:prstClr val="black"/>
              </a:solidFill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dirty="0">
              <a:solidFill>
                <a:prstClr val="black"/>
              </a:solidFill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663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5D8D329-2B55-492E-972F-6BDE8862D375}"/>
              </a:ext>
            </a:extLst>
          </p:cNvPr>
          <p:cNvSpPr txBox="1"/>
          <p:nvPr/>
        </p:nvSpPr>
        <p:spPr>
          <a:xfrm>
            <a:off x="1864579" y="1056144"/>
            <a:ext cx="8811185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Enlace a Git: 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https://github.com/yoselinescobedolopez/Programacion_web.git</a:t>
            </a:r>
            <a:endParaRPr kumimoji="0" lang="es-MX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s-E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dirty="0">
              <a:solidFill>
                <a:prstClr val="black"/>
              </a:solidFill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ES" dirty="0">
              <a:solidFill>
                <a:prstClr val="black"/>
              </a:solidFill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7520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1280</Words>
  <Application>Microsoft Office PowerPoint</Application>
  <PresentationFormat>Panorámica</PresentationFormat>
  <Paragraphs>194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Century Gothic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Gleysi Yoselin Escobedo López</dc:creator>
  <cp:lastModifiedBy>Gleysi Yoselin Escobedo López</cp:lastModifiedBy>
  <cp:revision>32</cp:revision>
  <dcterms:created xsi:type="dcterms:W3CDTF">2026-05-31T14:34:10Z</dcterms:created>
  <dcterms:modified xsi:type="dcterms:W3CDTF">2026-06-11T08:02:54Z</dcterms:modified>
</cp:coreProperties>
</file>