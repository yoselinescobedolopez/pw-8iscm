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9" r:id="rId3"/>
    <p:sldId id="286" r:id="rId4"/>
    <p:sldId id="293" r:id="rId5"/>
    <p:sldId id="292" r:id="rId6"/>
    <p:sldId id="284" r:id="rId7"/>
    <p:sldId id="288" r:id="rId8"/>
    <p:sldId id="287" r:id="rId9"/>
    <p:sldId id="289" r:id="rId10"/>
    <p:sldId id="283" r:id="rId11"/>
    <p:sldId id="285" r:id="rId12"/>
    <p:sldId id="290" r:id="rId13"/>
    <p:sldId id="294" r:id="rId14"/>
    <p:sldId id="295" r:id="rId15"/>
    <p:sldId id="291"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03FD4E-D1FC-4811-B6DA-A3FDAF73B7A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417C6E9-56EB-418B-8B8E-33459554A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8173FDF5-2246-4410-B701-39B22D1057F9}"/>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2482D7B0-86A8-4E96-AA9B-733BB258C9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317B60-ED4A-4074-9548-9ED6E074AB1E}"/>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2524096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CF2B04-BCF2-4BBA-BE3F-47EB73897B7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2FD556F-B438-4384-ABE6-47D2F6482FE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243A54D-457F-49AD-B218-ACDFA8B7F85F}"/>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2B3BC92A-0819-4C73-814F-7652E307855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4BE3D21-A1CC-4886-97BB-82170614C8B6}"/>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162229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E8A03-2B5E-45D3-93BB-12F7A4CF37B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6AE6577-DBFB-412C-A566-D6207946B6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A45943E-4890-4982-9556-B70EB5997D8D}"/>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D6FBA075-DE05-40DB-8476-325FF93EFAF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D1304C2-17B8-4D0F-94CE-96A4795F8FDE}"/>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1892432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DBBEF0-69A2-47AC-9710-B44FF08574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9F8BAD1-75CE-4A47-952F-16EF49774CC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FED92FE-D5AE-4DDF-BEEA-4E078484105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9ECD74F-A483-4992-B68D-AFDEB6553BFB}"/>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6" name="Marcador de pie de página 5">
            <a:extLst>
              <a:ext uri="{FF2B5EF4-FFF2-40B4-BE49-F238E27FC236}">
                <a16:creationId xmlns:a16="http://schemas.microsoft.com/office/drawing/2014/main" id="{CB72924A-6A6E-4E49-A842-3182598B9C3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91EA0C5-4739-484C-AD0B-348EA10949B2}"/>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102234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412AF-EB1E-41C5-B901-0BAB2F56DD2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91741F7-2F41-40FA-BB36-7F2C91E230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53B3D58-D23A-4BEA-BD28-2206A06C034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642A0B2-727E-4406-813D-80A0AF2330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94CB95F-AD74-4C83-B516-64042C39E0A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D00658B-FE90-4276-BE87-0A4A21E2D69F}"/>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8" name="Marcador de pie de página 7">
            <a:extLst>
              <a:ext uri="{FF2B5EF4-FFF2-40B4-BE49-F238E27FC236}">
                <a16:creationId xmlns:a16="http://schemas.microsoft.com/office/drawing/2014/main" id="{68DCF61E-EA7F-4A22-84F0-256DC4343EA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DB1B9E8B-8364-4146-8BC0-D0CDA46743F9}"/>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2146844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5D3D6E-CB16-4A7D-A49B-82630354A10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6A61460-4949-4062-ADEA-DF79326E15BB}"/>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4" name="Marcador de pie de página 3">
            <a:extLst>
              <a:ext uri="{FF2B5EF4-FFF2-40B4-BE49-F238E27FC236}">
                <a16:creationId xmlns:a16="http://schemas.microsoft.com/office/drawing/2014/main" id="{64577736-23F7-467F-B8D5-E58A46100FF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C45AC4B-CB12-45E5-9B30-3FE509BBC9E8}"/>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429016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039B395-7309-42C6-B5FC-AF1A12BF757B}"/>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3" name="Marcador de pie de página 2">
            <a:extLst>
              <a:ext uri="{FF2B5EF4-FFF2-40B4-BE49-F238E27FC236}">
                <a16:creationId xmlns:a16="http://schemas.microsoft.com/office/drawing/2014/main" id="{39E8D321-52A0-4063-85F6-A37A4E5333B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E2F8077-01B4-4931-89D6-6880EBE1360F}"/>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83480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4040D-F1DD-4D5F-9EB8-7B45AC0A4D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8BDA04F-F880-4C91-9565-DC1ED0BAFC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1028762-BC48-4B46-9DF0-3A5784CA80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BB0882D-EC1A-48E5-9995-C9B9BF38305A}"/>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6" name="Marcador de pie de página 5">
            <a:extLst>
              <a:ext uri="{FF2B5EF4-FFF2-40B4-BE49-F238E27FC236}">
                <a16:creationId xmlns:a16="http://schemas.microsoft.com/office/drawing/2014/main" id="{70B38B7E-0974-4178-BA44-82489CFFC0F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76F04AE-BF80-4160-891F-479B92C0FF5D}"/>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385895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D729F-504C-4BBF-993A-19290FF2A0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CE2D8A6-B309-459D-B46A-ACE29614A9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90BF651-2E77-4905-8DE1-E7877F2CC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091F2F-7F1F-45F3-8059-54364956E5B2}"/>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6" name="Marcador de pie de página 5">
            <a:extLst>
              <a:ext uri="{FF2B5EF4-FFF2-40B4-BE49-F238E27FC236}">
                <a16:creationId xmlns:a16="http://schemas.microsoft.com/office/drawing/2014/main" id="{2BE75CDD-B7FC-4D10-8462-9647DBF1A2E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8C61B0B-53DD-45A0-BC3C-39DC98C1FAE8}"/>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1768200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3E5D1D-3954-4133-BCC8-248E2DADBC9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42BEA22-D045-4D69-9ED5-19089A21013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2253DB0-5F93-4B57-87B0-365C91B89C93}"/>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020C75F2-F0BD-4ABA-88A0-2E6915032D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127DB4E-0A11-4F9D-92F9-C7DA92F8AC72}"/>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3613369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6FB0DD-28AC-4E0E-A76E-ABED6D59DEA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1D2A1FA-BAB0-433F-AB5C-2CD885B33AA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0C1E2A8-0D81-4B81-8F4A-1E061F351564}"/>
              </a:ext>
            </a:extLst>
          </p:cNvPr>
          <p:cNvSpPr>
            <a:spLocks noGrp="1"/>
          </p:cNvSpPr>
          <p:nvPr>
            <p:ph type="dt" sz="half" idx="10"/>
          </p:nvPr>
        </p:nvSpPr>
        <p:spPr/>
        <p:txBody>
          <a:body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10C0E47A-A6AB-43AC-BCE3-08EFA7B4707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D01D287-6614-4899-90BB-6E7C9B421EBA}"/>
              </a:ext>
            </a:extLst>
          </p:cNvPr>
          <p:cNvSpPr>
            <a:spLocks noGrp="1"/>
          </p:cNvSpPr>
          <p:nvPr>
            <p:ph type="sldNum" sz="quarter" idx="12"/>
          </p:nvPr>
        </p:nvSpPr>
        <p:spPr/>
        <p:txBody>
          <a:bodyPr/>
          <a:lstStyle/>
          <a:p>
            <a:fld id="{1C6305B0-ABFD-4F54-9A1F-7978C1FB849F}" type="slidenum">
              <a:rPr lang="es-MX" smtClean="0"/>
              <a:t>‹Nº›</a:t>
            </a:fld>
            <a:endParaRPr lang="es-MX"/>
          </a:p>
        </p:txBody>
      </p:sp>
    </p:spTree>
    <p:extLst>
      <p:ext uri="{BB962C8B-B14F-4D97-AF65-F5344CB8AC3E}">
        <p14:creationId xmlns:p14="http://schemas.microsoft.com/office/powerpoint/2010/main" val="4060913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C2DCD-AC8A-449F-8B6B-BF54A68B454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3BB7105-F4B5-48B9-9492-1CFE864DF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8851AB1-5EA5-4092-A6A7-77546AF3F78E}"/>
              </a:ext>
            </a:extLst>
          </p:cNvPr>
          <p:cNvSpPr>
            <a:spLocks noGrp="1"/>
          </p:cNvSpPr>
          <p:nvPr>
            <p:ph type="dt" sz="half" idx="10"/>
          </p:nvPr>
        </p:nvSpPr>
        <p:spPr/>
        <p:txBody>
          <a:bodyPr/>
          <a:lstStyle/>
          <a:p>
            <a:fld id="{2EDA4892-F101-4625-A5E4-A07C38D8A44F}" type="datetime1">
              <a:rPr lang="es-MX" smtClean="0"/>
              <a:t>31/05/2026</a:t>
            </a:fld>
            <a:endParaRPr lang="es-MX"/>
          </a:p>
        </p:txBody>
      </p:sp>
      <p:sp>
        <p:nvSpPr>
          <p:cNvPr id="5" name="Marcador de pie de página 4">
            <a:extLst>
              <a:ext uri="{FF2B5EF4-FFF2-40B4-BE49-F238E27FC236}">
                <a16:creationId xmlns:a16="http://schemas.microsoft.com/office/drawing/2014/main" id="{1528A527-841C-48D7-9023-3B22FB0EA3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61BA832-955B-4C1C-ACE2-DBFCAC872B2A}"/>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413572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A191A-A004-4ACC-A7E4-9869F8A8F3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60295D4-71A2-4340-8242-727F4354F5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59995C-43A4-4E8C-B7DA-4C83C1BF8231}"/>
              </a:ext>
            </a:extLst>
          </p:cNvPr>
          <p:cNvSpPr>
            <a:spLocks noGrp="1"/>
          </p:cNvSpPr>
          <p:nvPr>
            <p:ph type="dt" sz="half" idx="10"/>
          </p:nvPr>
        </p:nvSpPr>
        <p:spPr/>
        <p:txBody>
          <a:bodyPr/>
          <a:lstStyle/>
          <a:p>
            <a:fld id="{F5BB46FB-B9D9-479C-AB82-3D0BCED6B875}" type="datetime1">
              <a:rPr lang="es-MX" smtClean="0"/>
              <a:t>31/05/2026</a:t>
            </a:fld>
            <a:endParaRPr lang="es-MX"/>
          </a:p>
        </p:txBody>
      </p:sp>
      <p:sp>
        <p:nvSpPr>
          <p:cNvPr id="5" name="Marcador de pie de página 4">
            <a:extLst>
              <a:ext uri="{FF2B5EF4-FFF2-40B4-BE49-F238E27FC236}">
                <a16:creationId xmlns:a16="http://schemas.microsoft.com/office/drawing/2014/main" id="{BB976FA6-467E-48EB-9E30-01FC48CDCB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448C06C-278A-4110-8A82-46FA38F281E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540013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0E0EC-5487-4690-8752-1AC0B2BCE24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C931B0-47BC-449A-B9F0-2AFAE658C1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B547297-227A-4308-AC01-5EE97D30918D}"/>
              </a:ext>
            </a:extLst>
          </p:cNvPr>
          <p:cNvSpPr>
            <a:spLocks noGrp="1"/>
          </p:cNvSpPr>
          <p:nvPr>
            <p:ph type="dt" sz="half" idx="10"/>
          </p:nvPr>
        </p:nvSpPr>
        <p:spPr/>
        <p:txBody>
          <a:bodyPr/>
          <a:lstStyle/>
          <a:p>
            <a:fld id="{AFB5A942-B43D-49E7-95B3-2758E198ADCE}" type="datetime1">
              <a:rPr lang="es-MX" smtClean="0"/>
              <a:t>31/05/2026</a:t>
            </a:fld>
            <a:endParaRPr lang="es-MX"/>
          </a:p>
        </p:txBody>
      </p:sp>
      <p:sp>
        <p:nvSpPr>
          <p:cNvPr id="5" name="Marcador de pie de página 4">
            <a:extLst>
              <a:ext uri="{FF2B5EF4-FFF2-40B4-BE49-F238E27FC236}">
                <a16:creationId xmlns:a16="http://schemas.microsoft.com/office/drawing/2014/main" id="{A99CDE20-3BE9-484D-866D-20CCC8D3E6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C791FF6-E693-4506-976B-9C837A1DF91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3238832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1E57B-7FAF-4FF0-B7A7-F4D35109D1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42F37D2-2597-4D1A-B5BD-CE34F4C94D7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EC009A9-9921-466E-A087-E32790D830D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1D5E3CD-F50B-4B9D-8A96-84E1B41AAFC8}"/>
              </a:ext>
            </a:extLst>
          </p:cNvPr>
          <p:cNvSpPr>
            <a:spLocks noGrp="1"/>
          </p:cNvSpPr>
          <p:nvPr>
            <p:ph type="dt" sz="half" idx="10"/>
          </p:nvPr>
        </p:nvSpPr>
        <p:spPr/>
        <p:txBody>
          <a:bodyPr/>
          <a:lstStyle/>
          <a:p>
            <a:fld id="{64256CE1-E045-44F0-808D-A877973E67B5}" type="datetime1">
              <a:rPr lang="es-MX" smtClean="0"/>
              <a:t>31/05/2026</a:t>
            </a:fld>
            <a:endParaRPr lang="es-MX"/>
          </a:p>
        </p:txBody>
      </p:sp>
      <p:sp>
        <p:nvSpPr>
          <p:cNvPr id="6" name="Marcador de pie de página 5">
            <a:extLst>
              <a:ext uri="{FF2B5EF4-FFF2-40B4-BE49-F238E27FC236}">
                <a16:creationId xmlns:a16="http://schemas.microsoft.com/office/drawing/2014/main" id="{1AF5FDA7-1722-499C-BE43-31BF162C1A1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AE19A0-C731-468E-B322-6AFD9590050C}"/>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61210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3388-20B4-4B4D-943A-1A84E6070E9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6A7C44A-C018-43A4-8B98-B58C66DE2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0371149-191F-437C-9E31-C38889A4B2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77189FE-9214-4887-AECD-D58B07DBB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61C7D89-F676-41C1-8137-9CADC7939B4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ECBE8C5-D2D9-4984-85D5-49477B8FA3D5}"/>
              </a:ext>
            </a:extLst>
          </p:cNvPr>
          <p:cNvSpPr>
            <a:spLocks noGrp="1"/>
          </p:cNvSpPr>
          <p:nvPr>
            <p:ph type="dt" sz="half" idx="10"/>
          </p:nvPr>
        </p:nvSpPr>
        <p:spPr/>
        <p:txBody>
          <a:bodyPr/>
          <a:lstStyle/>
          <a:p>
            <a:fld id="{7AC624B0-6C3A-4E9C-9018-060CE63D804E}" type="datetime1">
              <a:rPr lang="es-MX" smtClean="0"/>
              <a:t>31/05/2026</a:t>
            </a:fld>
            <a:endParaRPr lang="es-MX"/>
          </a:p>
        </p:txBody>
      </p:sp>
      <p:sp>
        <p:nvSpPr>
          <p:cNvPr id="8" name="Marcador de pie de página 7">
            <a:extLst>
              <a:ext uri="{FF2B5EF4-FFF2-40B4-BE49-F238E27FC236}">
                <a16:creationId xmlns:a16="http://schemas.microsoft.com/office/drawing/2014/main" id="{2D7C5BED-6910-40D3-AFA5-EF145FCEBEC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F61E42-5E4B-4FEE-AFDD-E1247A974B75}"/>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9027344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41831-2C98-460B-AD33-5FE8D9170F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644DD64-B05B-4C1D-92C1-DA57D6884A3C}"/>
              </a:ext>
            </a:extLst>
          </p:cNvPr>
          <p:cNvSpPr>
            <a:spLocks noGrp="1"/>
          </p:cNvSpPr>
          <p:nvPr>
            <p:ph type="dt" sz="half" idx="10"/>
          </p:nvPr>
        </p:nvSpPr>
        <p:spPr/>
        <p:txBody>
          <a:bodyPr/>
          <a:lstStyle/>
          <a:p>
            <a:fld id="{6DB3175C-6B69-465A-ABBB-F0D1B03AF1F0}" type="datetime1">
              <a:rPr lang="es-MX" smtClean="0"/>
              <a:t>31/05/2026</a:t>
            </a:fld>
            <a:endParaRPr lang="es-MX"/>
          </a:p>
        </p:txBody>
      </p:sp>
      <p:sp>
        <p:nvSpPr>
          <p:cNvPr id="4" name="Marcador de pie de página 3">
            <a:extLst>
              <a:ext uri="{FF2B5EF4-FFF2-40B4-BE49-F238E27FC236}">
                <a16:creationId xmlns:a16="http://schemas.microsoft.com/office/drawing/2014/main" id="{56B981B8-AE69-428A-B794-A01FC27747A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01B8BD4-D0AA-4F35-9912-000A6A80919E}"/>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45517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9710AA4-FE97-4196-B1EF-2A6C309D7FCC}"/>
              </a:ext>
            </a:extLst>
          </p:cNvPr>
          <p:cNvSpPr>
            <a:spLocks noGrp="1"/>
          </p:cNvSpPr>
          <p:nvPr>
            <p:ph type="dt" sz="half" idx="10"/>
          </p:nvPr>
        </p:nvSpPr>
        <p:spPr/>
        <p:txBody>
          <a:bodyPr/>
          <a:lstStyle/>
          <a:p>
            <a:fld id="{21DC474C-EFFB-40DA-A710-E84AA168EA17}" type="datetime1">
              <a:rPr lang="es-MX" smtClean="0"/>
              <a:t>31/05/2026</a:t>
            </a:fld>
            <a:endParaRPr lang="es-MX"/>
          </a:p>
        </p:txBody>
      </p:sp>
      <p:sp>
        <p:nvSpPr>
          <p:cNvPr id="3" name="Marcador de pie de página 2">
            <a:extLst>
              <a:ext uri="{FF2B5EF4-FFF2-40B4-BE49-F238E27FC236}">
                <a16:creationId xmlns:a16="http://schemas.microsoft.com/office/drawing/2014/main" id="{1EDD75C2-48F9-4A34-A144-438E4E36DAF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34D066D-F48D-4ED2-BB23-0B02471F95E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092578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EE4BB-82F7-48D2-B765-0C407BAB93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8C936E-C0F2-44C9-9867-1895093C2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7287E58-CA61-406D-9915-CE96E1AD6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DD64CC4-37F3-430A-B755-3981B50635ED}"/>
              </a:ext>
            </a:extLst>
          </p:cNvPr>
          <p:cNvSpPr>
            <a:spLocks noGrp="1"/>
          </p:cNvSpPr>
          <p:nvPr>
            <p:ph type="dt" sz="half" idx="10"/>
          </p:nvPr>
        </p:nvSpPr>
        <p:spPr/>
        <p:txBody>
          <a:bodyPr/>
          <a:lstStyle/>
          <a:p>
            <a:fld id="{F7805E6D-8F13-4503-9C07-1989A9AEC7D2}" type="datetime1">
              <a:rPr lang="es-MX" smtClean="0"/>
              <a:t>31/05/2026</a:t>
            </a:fld>
            <a:endParaRPr lang="es-MX"/>
          </a:p>
        </p:txBody>
      </p:sp>
      <p:sp>
        <p:nvSpPr>
          <p:cNvPr id="6" name="Marcador de pie de página 5">
            <a:extLst>
              <a:ext uri="{FF2B5EF4-FFF2-40B4-BE49-F238E27FC236}">
                <a16:creationId xmlns:a16="http://schemas.microsoft.com/office/drawing/2014/main" id="{3A4289FA-6025-42C6-ADEF-390811F93FF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D37AAA-FECB-4045-BCBF-C62CFD0DC5B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706203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1A7A3-54EC-492A-B1E3-4AA38494D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4D3CBAA-70ED-458A-A5C7-042136290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F3BCADC-C214-407F-A166-86FF8AFED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AF6BDCB-EDF3-4D55-ADB2-33A1B274E918}"/>
              </a:ext>
            </a:extLst>
          </p:cNvPr>
          <p:cNvSpPr>
            <a:spLocks noGrp="1"/>
          </p:cNvSpPr>
          <p:nvPr>
            <p:ph type="dt" sz="half" idx="10"/>
          </p:nvPr>
        </p:nvSpPr>
        <p:spPr/>
        <p:txBody>
          <a:bodyPr/>
          <a:lstStyle/>
          <a:p>
            <a:fld id="{F636BF31-3AD6-4D3B-B0E3-8F36759267AA}" type="datetime1">
              <a:rPr lang="es-MX" smtClean="0"/>
              <a:t>31/05/2026</a:t>
            </a:fld>
            <a:endParaRPr lang="es-MX"/>
          </a:p>
        </p:txBody>
      </p:sp>
      <p:sp>
        <p:nvSpPr>
          <p:cNvPr id="6" name="Marcador de pie de página 5">
            <a:extLst>
              <a:ext uri="{FF2B5EF4-FFF2-40B4-BE49-F238E27FC236}">
                <a16:creationId xmlns:a16="http://schemas.microsoft.com/office/drawing/2014/main" id="{45DE1DA8-DAEB-4105-A6F4-4237CB7AA72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DEC9FA-8053-47E1-84A9-5C010B80952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660332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C5136-58E4-4D50-ABA7-AEF24858B22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63F3E1B-09E8-4C21-A572-C7CB386AE70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F2573-EE02-42FA-999A-E6C15072AE00}"/>
              </a:ext>
            </a:extLst>
          </p:cNvPr>
          <p:cNvSpPr>
            <a:spLocks noGrp="1"/>
          </p:cNvSpPr>
          <p:nvPr>
            <p:ph type="dt" sz="half" idx="10"/>
          </p:nvPr>
        </p:nvSpPr>
        <p:spPr/>
        <p:txBody>
          <a:bodyPr/>
          <a:lstStyle/>
          <a:p>
            <a:fld id="{9E4C34DB-F73A-4965-AFB7-6DE503A47719}" type="datetime1">
              <a:rPr lang="es-MX" smtClean="0"/>
              <a:t>31/05/2026</a:t>
            </a:fld>
            <a:endParaRPr lang="es-MX"/>
          </a:p>
        </p:txBody>
      </p:sp>
      <p:sp>
        <p:nvSpPr>
          <p:cNvPr id="5" name="Marcador de pie de página 4">
            <a:extLst>
              <a:ext uri="{FF2B5EF4-FFF2-40B4-BE49-F238E27FC236}">
                <a16:creationId xmlns:a16="http://schemas.microsoft.com/office/drawing/2014/main" id="{421ED450-3AE5-4FF3-85C4-D05B7C7D251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730AECC-21CB-45C1-A0BE-6C4F8559F37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1013408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593D92-0149-4C30-8F32-2FB45357E71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4265086-F3C6-4C0E-948D-6098979540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7CAFC2-9B76-4329-A360-EDC068ACC448}"/>
              </a:ext>
            </a:extLst>
          </p:cNvPr>
          <p:cNvSpPr>
            <a:spLocks noGrp="1"/>
          </p:cNvSpPr>
          <p:nvPr>
            <p:ph type="dt" sz="half" idx="10"/>
          </p:nvPr>
        </p:nvSpPr>
        <p:spPr/>
        <p:txBody>
          <a:bodyPr/>
          <a:lstStyle/>
          <a:p>
            <a:fld id="{1D488CB8-AA30-49B4-BDDC-8B94F5BB8EF5}" type="datetime1">
              <a:rPr lang="es-MX" smtClean="0"/>
              <a:t>31/05/2026</a:t>
            </a:fld>
            <a:endParaRPr lang="es-MX"/>
          </a:p>
        </p:txBody>
      </p:sp>
      <p:sp>
        <p:nvSpPr>
          <p:cNvPr id="5" name="Marcador de pie de página 4">
            <a:extLst>
              <a:ext uri="{FF2B5EF4-FFF2-40B4-BE49-F238E27FC236}">
                <a16:creationId xmlns:a16="http://schemas.microsoft.com/office/drawing/2014/main" id="{8CD1CFF8-6936-4283-8104-F6CE0CEE0D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1C631-B822-40DE-80CA-54EF54773D83}"/>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113961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861F3C1-C8FF-48F3-86B2-78D845327B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51B3614-9838-47F9-98E1-D197F07181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AFAA98E-744B-49E1-AF07-E532AAF87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DAC3AE-5779-45D8-8D76-5296014EF517}" type="datetimeFigureOut">
              <a:rPr lang="es-MX" smtClean="0"/>
              <a:t>31/05/2026</a:t>
            </a:fld>
            <a:endParaRPr lang="es-MX"/>
          </a:p>
        </p:txBody>
      </p:sp>
      <p:sp>
        <p:nvSpPr>
          <p:cNvPr id="5" name="Marcador de pie de página 4">
            <a:extLst>
              <a:ext uri="{FF2B5EF4-FFF2-40B4-BE49-F238E27FC236}">
                <a16:creationId xmlns:a16="http://schemas.microsoft.com/office/drawing/2014/main" id="{271A299F-0B19-4CC8-92A0-7C6EE4088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3B11570-9E84-4556-9130-9E0AF1EA39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6305B0-ABFD-4F54-9A1F-7978C1FB849F}" type="slidenum">
              <a:rPr lang="es-MX" smtClean="0"/>
              <a:t>‹Nº›</a:t>
            </a:fld>
            <a:endParaRPr lang="es-MX"/>
          </a:p>
        </p:txBody>
      </p:sp>
    </p:spTree>
    <p:extLst>
      <p:ext uri="{BB962C8B-B14F-4D97-AF65-F5344CB8AC3E}">
        <p14:creationId xmlns:p14="http://schemas.microsoft.com/office/powerpoint/2010/main" val="3992855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454B1E2-0AC7-496A-BEFA-96D3257DC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087CF1-8B2C-49E2-AFC5-A64F9C12A5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D5F78A-4156-447D-BEF5-C5C2F7FFA7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910CC-05AD-4AC7-A46A-30C8A29E44CC}" type="datetime1">
              <a:rPr lang="es-MX" smtClean="0"/>
              <a:t>31/05/2026</a:t>
            </a:fld>
            <a:endParaRPr lang="es-MX"/>
          </a:p>
        </p:txBody>
      </p:sp>
      <p:sp>
        <p:nvSpPr>
          <p:cNvPr id="5" name="Marcador de pie de página 4">
            <a:extLst>
              <a:ext uri="{FF2B5EF4-FFF2-40B4-BE49-F238E27FC236}">
                <a16:creationId xmlns:a16="http://schemas.microsoft.com/office/drawing/2014/main" id="{21522330-613B-443E-906B-D6CCC369FF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608A37D-C0D8-40F1-AB6E-EFCDDA4A2C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02DAC-90BF-45A6-8B5C-07C61D9A2095}" type="slidenum">
              <a:rPr lang="es-MX" smtClean="0"/>
              <a:t>‹Nº›</a:t>
            </a:fld>
            <a:endParaRPr lang="es-MX"/>
          </a:p>
        </p:txBody>
      </p:sp>
    </p:spTree>
    <p:extLst>
      <p:ext uri="{BB962C8B-B14F-4D97-AF65-F5344CB8AC3E}">
        <p14:creationId xmlns:p14="http://schemas.microsoft.com/office/powerpoint/2010/main" val="3723210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789BE58-9DBB-4EAC-9858-D0733C757A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0943" y="393283"/>
            <a:ext cx="1685296" cy="687876"/>
          </a:xfrm>
          <a:prstGeom prst="rect">
            <a:avLst/>
          </a:prstGeom>
        </p:spPr>
      </p:pic>
      <p:pic>
        <p:nvPicPr>
          <p:cNvPr id="5" name="Imagen 4">
            <a:extLst>
              <a:ext uri="{FF2B5EF4-FFF2-40B4-BE49-F238E27FC236}">
                <a16:creationId xmlns:a16="http://schemas.microsoft.com/office/drawing/2014/main" id="{6B278B50-3CDC-4A17-AC42-C9D973AC9228}"/>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95844" y="302590"/>
            <a:ext cx="1752758" cy="1054163"/>
          </a:xfrm>
          <a:prstGeom prst="rect">
            <a:avLst/>
          </a:prstGeom>
        </p:spPr>
      </p:pic>
      <p:sp>
        <p:nvSpPr>
          <p:cNvPr id="6" name="CuadroTexto 5">
            <a:extLst>
              <a:ext uri="{FF2B5EF4-FFF2-40B4-BE49-F238E27FC236}">
                <a16:creationId xmlns:a16="http://schemas.microsoft.com/office/drawing/2014/main" id="{20F05F39-33B0-4802-91AC-25B520CB7310}"/>
              </a:ext>
            </a:extLst>
          </p:cNvPr>
          <p:cNvSpPr txBox="1"/>
          <p:nvPr/>
        </p:nvSpPr>
        <p:spPr>
          <a:xfrm>
            <a:off x="2933669" y="1312415"/>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Banco de ejercicios</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a:t>
            </a:r>
            <a:r>
              <a:rPr lang="es-ES" sz="1200" dirty="0">
                <a:solidFill>
                  <a:srgbClr val="000000"/>
                </a:solidFill>
                <a:latin typeface="Arial" panose="020B0604020202020204" pitchFamily="34" charset="0"/>
                <a:ea typeface="Arial" panose="020B0604020202020204" pitchFamily="34" charset="0"/>
                <a:cs typeface="Arial" panose="020B0604020202020204" pitchFamily="34" charset="0"/>
              </a:rPr>
              <a:t>24</a:t>
            </a: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de mayo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5B43FBD-AF01-4BCF-85EB-E2D6E6681905}"/>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87811" y="129623"/>
            <a:ext cx="2599700" cy="580650"/>
          </a:xfrm>
          <a:prstGeom prst="rect">
            <a:avLst/>
          </a:prstGeom>
        </p:spPr>
      </p:pic>
      <p:sp>
        <p:nvSpPr>
          <p:cNvPr id="8" name="Marcador de número de diapositiva 7">
            <a:extLst>
              <a:ext uri="{FF2B5EF4-FFF2-40B4-BE49-F238E27FC236}">
                <a16:creationId xmlns:a16="http://schemas.microsoft.com/office/drawing/2014/main" id="{55FAF01F-AE09-41B5-9F68-749F01CF774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2000" b="0" i="0" u="none" strike="noStrike" kern="1200" cap="none" spc="0" normalizeH="0" baseline="0" noProof="0" smtClean="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MX" sz="2000" b="0" i="0" u="none" strike="noStrike" kern="1200" cap="none" spc="0" normalizeH="0" baseline="0" noProof="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20673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2035549" y="1192490"/>
            <a:ext cx="8466604" cy="447301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Introducción</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Este banco de ejercicios detalla el diseño e implementación de la aplicación web de solicitud de documentos, desarrollado como parte de las prácticas de la asignatura de Programación Web. El proyecto se centra en resolver una necesidad común en las instituciones educativas, la gestión de trámites escolares. Este avance permite a los alumnos tramitar sus solicitudes de forma remota y ofreciendo a los administradores una bandeja de gestión para controlar los estados de cada trámite, en este documento se presentan los resultados obtenidos al implementar la tabla “solicitudes”, para controlar las solicitudes de los alumnos.</a:t>
            </a: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5385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1995208" y="984741"/>
            <a:ext cx="8466604" cy="488851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latin typeface="Arial" panose="020B0604020202020204" pitchFamily="34" charset="0"/>
                <a:cs typeface="Arial" panose="020B0604020202020204" pitchFamily="34" charset="0"/>
              </a:rPr>
              <a:t>El avance principal consistió en programar dos pantallas que se comunican entre sí en tiempo real. Primero, la pantalla del alumno, que es muy importante porque es el punto donde el estudiante elige su trámite y escribe el motivo de su solicitud. Después, el panel del administrador, que le permite al personal ver las solicitudes organizadas en una tabla y cambiar su estado a "pendiente", "en proceso" o "realizado". Para lograr esto, se usaron dos herramientas fundamentales: Angular, para diseñar las pantallas y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para la base de datos en la nube. Al unirse estas dos herramientas, hacen que los datos se guarden al instante en una tabla segura y el administrador pueda llevar un control de ellas.</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0366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556372" y="1172577"/>
            <a:ext cx="4632007" cy="604780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Alumno</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1.Gracias a la lógica implementada en Angular</a:t>
            </a:r>
            <a:r>
              <a:rPr lang="es-MX" dirty="0">
                <a:solidFill>
                  <a:prstClr val="black"/>
                </a:solidFill>
                <a:latin typeface="Arial" panose="020B0604020202020204" pitchFamily="34" charset="0"/>
                <a:cs typeface="Arial" panose="020B0604020202020204" pitchFamily="34" charset="0"/>
              </a:rPr>
              <a:t>, el alumno puede ingresar a su perfil y posteriormente realizar alguna nueva solicitud de documento.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 </a:t>
            </a:r>
            <a:r>
              <a:rPr lang="es-MX" dirty="0">
                <a:solidFill>
                  <a:prstClr val="black"/>
                </a:solidFill>
                <a:latin typeface="Arial" panose="020B0604020202020204" pitchFamily="34" charset="0"/>
                <a:cs typeface="Arial" panose="020B0604020202020204" pitchFamily="34" charset="0"/>
              </a:rPr>
              <a:t>El botón “Enviar solicitud”, está configurado para almacenar la información de la solicitud en la base de datos previamente creada, específicamente en la tabla “solicitudes”.</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3E5E7662-11BE-4654-B328-C33A48960258}"/>
              </a:ext>
            </a:extLst>
          </p:cNvPr>
          <p:cNvPicPr>
            <a:picLocks noChangeAspect="1"/>
          </p:cNvPicPr>
          <p:nvPr/>
        </p:nvPicPr>
        <p:blipFill>
          <a:blip r:embed="rId2"/>
          <a:stretch>
            <a:fillRect/>
          </a:stretch>
        </p:blipFill>
        <p:spPr>
          <a:xfrm>
            <a:off x="5416979" y="1818528"/>
            <a:ext cx="6471073" cy="2893569"/>
          </a:xfrm>
          <a:prstGeom prst="rect">
            <a:avLst/>
          </a:prstGeom>
        </p:spPr>
      </p:pic>
    </p:spTree>
    <p:extLst>
      <p:ext uri="{BB962C8B-B14F-4D97-AF65-F5344CB8AC3E}">
        <p14:creationId xmlns:p14="http://schemas.microsoft.com/office/powerpoint/2010/main" val="290286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60081A6-A8BB-4F67-B871-BF8AA83B2701}"/>
              </a:ext>
            </a:extLst>
          </p:cNvPr>
          <p:cNvSpPr txBox="1"/>
          <p:nvPr/>
        </p:nvSpPr>
        <p:spPr>
          <a:xfrm>
            <a:off x="556372" y="1172577"/>
            <a:ext cx="4632007" cy="604780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Alumno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Para comprobar la conexión y el buen funcionamiento se realizó lo siguiente:</a:t>
            </a: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r>
              <a:rPr lang="es-MX" dirty="0">
                <a:solidFill>
                  <a:prstClr val="black"/>
                </a:solidFill>
                <a:latin typeface="Arial" panose="020B0604020202020204" pitchFamily="34" charset="0"/>
                <a:cs typeface="Arial" panose="020B0604020202020204" pitchFamily="34" charset="0"/>
              </a:rPr>
              <a:t>Se seleccionó el documento que se necesita.</a:t>
            </a: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 el apartado de motivo, da la oportunidad al alumno de describir la razón por la cual lo solicita, además también puede escribir sus datos.</a:t>
            </a: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 name="Imagen 4">
            <a:extLst>
              <a:ext uri="{FF2B5EF4-FFF2-40B4-BE49-F238E27FC236}">
                <a16:creationId xmlns:a16="http://schemas.microsoft.com/office/drawing/2014/main" id="{3340344F-9398-4FBA-BA05-396FB95B3081}"/>
              </a:ext>
            </a:extLst>
          </p:cNvPr>
          <p:cNvPicPr>
            <a:picLocks noChangeAspect="1"/>
          </p:cNvPicPr>
          <p:nvPr/>
        </p:nvPicPr>
        <p:blipFill>
          <a:blip r:embed="rId2"/>
          <a:stretch>
            <a:fillRect/>
          </a:stretch>
        </p:blipFill>
        <p:spPr>
          <a:xfrm>
            <a:off x="6096000" y="1172577"/>
            <a:ext cx="5726423" cy="3905125"/>
          </a:xfrm>
          <a:prstGeom prst="rect">
            <a:avLst/>
          </a:prstGeom>
        </p:spPr>
      </p:pic>
    </p:spTree>
    <p:extLst>
      <p:ext uri="{BB962C8B-B14F-4D97-AF65-F5344CB8AC3E}">
        <p14:creationId xmlns:p14="http://schemas.microsoft.com/office/powerpoint/2010/main" val="1622166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60081A6-A8BB-4F67-B871-BF8AA83B2701}"/>
              </a:ext>
            </a:extLst>
          </p:cNvPr>
          <p:cNvSpPr txBox="1"/>
          <p:nvPr/>
        </p:nvSpPr>
        <p:spPr>
          <a:xfrm>
            <a:off x="556372" y="1172577"/>
            <a:ext cx="4632007" cy="521681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Alumno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Ejemplo de inserción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 El tipo de documento a solicitar fue una Boleta.</a:t>
            </a: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solidFill>
                  <a:prstClr val="black"/>
                </a:solidFill>
                <a:latin typeface="Arial" panose="020B0604020202020204" pitchFamily="34" charset="0"/>
                <a:cs typeface="Arial" panose="020B0604020202020204" pitchFamily="34" charset="0"/>
              </a:rPr>
              <a:t>2. En el apartado de motivo, el usuario describió la razón por la cual necesita obtener este documento.</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 name="Imagen 2">
            <a:extLst>
              <a:ext uri="{FF2B5EF4-FFF2-40B4-BE49-F238E27FC236}">
                <a16:creationId xmlns:a16="http://schemas.microsoft.com/office/drawing/2014/main" id="{747B46DB-27FD-447B-871E-62143423C825}"/>
              </a:ext>
            </a:extLst>
          </p:cNvPr>
          <p:cNvPicPr>
            <a:picLocks noChangeAspect="1"/>
          </p:cNvPicPr>
          <p:nvPr/>
        </p:nvPicPr>
        <p:blipFill rotWithShape="1">
          <a:blip r:embed="rId2"/>
          <a:srcRect t="7233" r="7022" b="17083"/>
          <a:stretch/>
        </p:blipFill>
        <p:spPr>
          <a:xfrm>
            <a:off x="5949763" y="1949823"/>
            <a:ext cx="5547472" cy="2538811"/>
          </a:xfrm>
          <a:prstGeom prst="rect">
            <a:avLst/>
          </a:prstGeom>
        </p:spPr>
      </p:pic>
    </p:spTree>
    <p:extLst>
      <p:ext uri="{BB962C8B-B14F-4D97-AF65-F5344CB8AC3E}">
        <p14:creationId xmlns:p14="http://schemas.microsoft.com/office/powerpoint/2010/main" val="3566549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34ADD8-4CD3-4294-A3A8-33F0386D27A7}"/>
              </a:ext>
            </a:extLst>
          </p:cNvPr>
          <p:cNvPicPr>
            <a:picLocks noChangeAspect="1"/>
          </p:cNvPicPr>
          <p:nvPr/>
        </p:nvPicPr>
        <p:blipFill rotWithShape="1">
          <a:blip r:embed="rId2"/>
          <a:srcRect t="5555" b="7978"/>
          <a:stretch/>
        </p:blipFill>
        <p:spPr>
          <a:xfrm>
            <a:off x="5505658" y="1588075"/>
            <a:ext cx="6457740" cy="3139321"/>
          </a:xfrm>
          <a:prstGeom prst="rect">
            <a:avLst/>
          </a:prstGeom>
        </p:spPr>
      </p:pic>
      <p:sp>
        <p:nvSpPr>
          <p:cNvPr id="4" name="CuadroTexto 3">
            <a:extLst>
              <a:ext uri="{FF2B5EF4-FFF2-40B4-BE49-F238E27FC236}">
                <a16:creationId xmlns:a16="http://schemas.microsoft.com/office/drawing/2014/main" id="{D60081A6-A8BB-4F67-B871-BF8AA83B2701}"/>
              </a:ext>
            </a:extLst>
          </p:cNvPr>
          <p:cNvSpPr txBox="1"/>
          <p:nvPr/>
        </p:nvSpPr>
        <p:spPr>
          <a:xfrm>
            <a:off x="569819" y="1443841"/>
            <a:ext cx="4632007" cy="397031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Alumno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Ejemplo de inserción</a:t>
            </a: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solidFill>
                  <a:prstClr val="black"/>
                </a:solidFill>
                <a:latin typeface="Arial" panose="020B0604020202020204" pitchFamily="34" charset="0"/>
                <a:cs typeface="Arial" panose="020B0604020202020204" pitchFamily="34" charset="0"/>
              </a:rPr>
              <a:t>3. Al enviar la solicitud, apareció un mensaje que confirmaba que la solicitud fue enviada y almacenada correctamente.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16998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60081A6-A8BB-4F67-B871-BF8AA83B2701}"/>
              </a:ext>
            </a:extLst>
          </p:cNvPr>
          <p:cNvSpPr txBox="1"/>
          <p:nvPr/>
        </p:nvSpPr>
        <p:spPr>
          <a:xfrm>
            <a:off x="637055" y="1443841"/>
            <a:ext cx="4632007" cy="493981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“Solicitudes” en la base de datos</a:t>
            </a: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solidFill>
                  <a:prstClr val="black"/>
                </a:solidFill>
                <a:latin typeface="Arial" panose="020B0604020202020204" pitchFamily="34" charset="0"/>
                <a:cs typeface="Arial" panose="020B0604020202020204" pitchFamily="34" charset="0"/>
              </a:rPr>
              <a:t>1.Después de que apareció el mensaje descrito anteriormente, nos dirigimos a </a:t>
            </a:r>
            <a:r>
              <a:rPr lang="es-MX" dirty="0" err="1">
                <a:solidFill>
                  <a:prstClr val="black"/>
                </a:solidFill>
                <a:latin typeface="Arial" panose="020B0604020202020204" pitchFamily="34" charset="0"/>
                <a:cs typeface="Arial" panose="020B0604020202020204" pitchFamily="34" charset="0"/>
              </a:rPr>
              <a:t>SupaBase</a:t>
            </a:r>
            <a:r>
              <a:rPr lang="es-MX" dirty="0">
                <a:solidFill>
                  <a:prstClr val="black"/>
                </a:solidFill>
                <a:latin typeface="Arial" panose="020B0604020202020204" pitchFamily="34" charset="0"/>
                <a:cs typeface="Arial" panose="020B0604020202020204" pitchFamily="34" charset="0"/>
              </a:rPr>
              <a:t> para comprobar que los datos se almacenaron en la tabla asignada.</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 Como se puede observar en la imagen</a:t>
            </a:r>
            <a:r>
              <a:rPr lang="es-MX" dirty="0">
                <a:solidFill>
                  <a:prstClr val="black"/>
                </a:solidFill>
                <a:latin typeface="Arial" panose="020B0604020202020204" pitchFamily="34" charset="0"/>
                <a:cs typeface="Arial" panose="020B0604020202020204" pitchFamily="34" charset="0"/>
              </a:rPr>
              <a:t>, la información fue almacenada correctamente.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 name="Imagen 2">
            <a:extLst>
              <a:ext uri="{FF2B5EF4-FFF2-40B4-BE49-F238E27FC236}">
                <a16:creationId xmlns:a16="http://schemas.microsoft.com/office/drawing/2014/main" id="{7938EFF0-7C83-4D3C-9FAF-423D5F3C6817}"/>
              </a:ext>
            </a:extLst>
          </p:cNvPr>
          <p:cNvPicPr>
            <a:picLocks noChangeAspect="1"/>
          </p:cNvPicPr>
          <p:nvPr/>
        </p:nvPicPr>
        <p:blipFill rotWithShape="1">
          <a:blip r:embed="rId2"/>
          <a:srcRect l="1654" t="5709" r="5259" b="23125"/>
          <a:stretch/>
        </p:blipFill>
        <p:spPr>
          <a:xfrm>
            <a:off x="5426196" y="1680882"/>
            <a:ext cx="6569832" cy="2823883"/>
          </a:xfrm>
          <a:prstGeom prst="rect">
            <a:avLst/>
          </a:prstGeom>
        </p:spPr>
      </p:pic>
    </p:spTree>
    <p:extLst>
      <p:ext uri="{BB962C8B-B14F-4D97-AF65-F5344CB8AC3E}">
        <p14:creationId xmlns:p14="http://schemas.microsoft.com/office/powerpoint/2010/main" val="310380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784972" y="1280154"/>
            <a:ext cx="4632007" cy="563231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administrador</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r>
              <a:rPr lang="es-MX" dirty="0">
                <a:solidFill>
                  <a:prstClr val="black"/>
                </a:solidFill>
                <a:latin typeface="Arial" panose="020B0604020202020204" pitchFamily="34" charset="0"/>
                <a:cs typeface="Arial" panose="020B0604020202020204" pitchFamily="34" charset="0"/>
              </a:rPr>
              <a:t>Se logró implementar un </a:t>
            </a:r>
            <a:r>
              <a:rPr lang="es-MX" dirty="0" err="1">
                <a:solidFill>
                  <a:prstClr val="black"/>
                </a:solidFill>
                <a:latin typeface="Arial" panose="020B0604020202020204" pitchFamily="34" charset="0"/>
                <a:cs typeface="Arial" panose="020B0604020202020204" pitchFamily="34" charset="0"/>
              </a:rPr>
              <a:t>Dashboard</a:t>
            </a:r>
            <a:r>
              <a:rPr lang="es-MX" dirty="0">
                <a:solidFill>
                  <a:prstClr val="black"/>
                </a:solidFill>
                <a:latin typeface="Arial" panose="020B0604020202020204" pitchFamily="34" charset="0"/>
                <a:cs typeface="Arial" panose="020B0604020202020204" pitchFamily="34" charset="0"/>
              </a:rPr>
              <a:t> para el administrador, donde puede visualizar las solicitudes que tiene pendientes por realizar y cuáles ya ha finalizado.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 La in</a:t>
            </a:r>
            <a:r>
              <a:rPr lang="es-MX" dirty="0">
                <a:solidFill>
                  <a:prstClr val="black"/>
                </a:solidFill>
                <a:latin typeface="Arial" panose="020B0604020202020204" pitchFamily="34" charset="0"/>
                <a:cs typeface="Arial" panose="020B0604020202020204" pitchFamily="34" charset="0"/>
              </a:rPr>
              <a:t>formación que se muestra en el panel, es obtenida de la base de datos directamente, la cual contiene los datos de la solicitud enviada por un alumno.</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DF4EDCFE-7094-4961-A156-372BDF2D9063}"/>
              </a:ext>
            </a:extLst>
          </p:cNvPr>
          <p:cNvPicPr>
            <a:picLocks noChangeAspect="1"/>
          </p:cNvPicPr>
          <p:nvPr/>
        </p:nvPicPr>
        <p:blipFill rotWithShape="1">
          <a:blip r:embed="rId2"/>
          <a:srcRect t="7234" r="2168" b="11187"/>
          <a:stretch/>
        </p:blipFill>
        <p:spPr>
          <a:xfrm>
            <a:off x="6096000" y="1479177"/>
            <a:ext cx="5737842" cy="2690040"/>
          </a:xfrm>
          <a:prstGeom prst="rect">
            <a:avLst/>
          </a:prstGeom>
        </p:spPr>
      </p:pic>
    </p:spTree>
    <p:extLst>
      <p:ext uri="{BB962C8B-B14F-4D97-AF65-F5344CB8AC3E}">
        <p14:creationId xmlns:p14="http://schemas.microsoft.com/office/powerpoint/2010/main" val="3259588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4332913" y="515873"/>
            <a:ext cx="4632007" cy="230832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Pantalla de administrador</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DF4EDCFE-7094-4961-A156-372BDF2D9063}"/>
              </a:ext>
            </a:extLst>
          </p:cNvPr>
          <p:cNvPicPr>
            <a:picLocks noChangeAspect="1"/>
          </p:cNvPicPr>
          <p:nvPr/>
        </p:nvPicPr>
        <p:blipFill rotWithShape="1">
          <a:blip r:embed="rId2"/>
          <a:srcRect t="7234" r="2168" b="11187"/>
          <a:stretch/>
        </p:blipFill>
        <p:spPr>
          <a:xfrm>
            <a:off x="6096000" y="2134205"/>
            <a:ext cx="5737842" cy="2690040"/>
          </a:xfrm>
          <a:prstGeom prst="rect">
            <a:avLst/>
          </a:prstGeom>
        </p:spPr>
      </p:pic>
      <p:pic>
        <p:nvPicPr>
          <p:cNvPr id="5" name="Imagen 4">
            <a:extLst>
              <a:ext uri="{FF2B5EF4-FFF2-40B4-BE49-F238E27FC236}">
                <a16:creationId xmlns:a16="http://schemas.microsoft.com/office/drawing/2014/main" id="{D33FA74F-4B08-47D9-A556-69752F96F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31" y="2033754"/>
            <a:ext cx="5014594" cy="2790491"/>
          </a:xfrm>
          <a:prstGeom prst="rect">
            <a:avLst/>
          </a:prstGeom>
        </p:spPr>
      </p:pic>
      <p:sp>
        <p:nvSpPr>
          <p:cNvPr id="7" name="CuadroTexto 6">
            <a:extLst>
              <a:ext uri="{FF2B5EF4-FFF2-40B4-BE49-F238E27FC236}">
                <a16:creationId xmlns:a16="http://schemas.microsoft.com/office/drawing/2014/main" id="{25B9642D-21F3-439F-967A-94AC70F7264A}"/>
              </a:ext>
            </a:extLst>
          </p:cNvPr>
          <p:cNvSpPr txBox="1"/>
          <p:nvPr/>
        </p:nvSpPr>
        <p:spPr>
          <a:xfrm>
            <a:off x="1294238" y="1670035"/>
            <a:ext cx="4632007" cy="230832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Prediseño</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CuadroTexto 7">
            <a:extLst>
              <a:ext uri="{FF2B5EF4-FFF2-40B4-BE49-F238E27FC236}">
                <a16:creationId xmlns:a16="http://schemas.microsoft.com/office/drawing/2014/main" id="{BFB1DC00-3EA4-4BCB-B723-A48FB5C3835C}"/>
              </a:ext>
            </a:extLst>
          </p:cNvPr>
          <p:cNvSpPr txBox="1"/>
          <p:nvPr/>
        </p:nvSpPr>
        <p:spPr>
          <a:xfrm>
            <a:off x="6648917" y="1670035"/>
            <a:ext cx="4632007" cy="230832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MX" b="1" dirty="0">
                <a:solidFill>
                  <a:prstClr val="black"/>
                </a:solidFill>
                <a:latin typeface="Arial" panose="020B0604020202020204" pitchFamily="34" charset="0"/>
                <a:cs typeface="Arial" panose="020B0604020202020204" pitchFamily="34" charset="0"/>
              </a:rPr>
              <a:t>Implementado en Angular</a:t>
            </a: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30251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755556" y="915029"/>
            <a:ext cx="5427569" cy="646330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MX" b="1" dirty="0">
                <a:solidFill>
                  <a:prstClr val="black"/>
                </a:solidFill>
                <a:latin typeface="Arial" panose="020B0604020202020204" pitchFamily="34" charset="0"/>
                <a:cs typeface="Arial" panose="020B0604020202020204" pitchFamily="34" charset="0"/>
              </a:rPr>
              <a:t>Visualización de solicitudes - Administrador</a:t>
            </a: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1.La base de datos proporciona la información al Administrador para que pueda tener un control de las tareas pendientes y los trámites ya realizados.</a:t>
            </a: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solidFill>
                  <a:prstClr val="black"/>
                </a:solidFill>
                <a:latin typeface="Arial" panose="020B0604020202020204" pitchFamily="34" charset="0"/>
                <a:cs typeface="Arial" panose="020B0604020202020204" pitchFamily="34" charset="0"/>
              </a:rPr>
              <a:t>2. Existe la opción de ir marcando las solicitudes utilizando tres estados: pendiente, en proceso y realizado.</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 El administrador puede tener organizado sus pendientes, de esta manera mantiene una buena comunicación con el usuario que envío la solicitud.</a:t>
            </a:r>
          </a:p>
          <a:p>
            <a:pPr marL="0" marR="0" lvl="0" indent="0" algn="just" defTabSz="914400" rtl="0" eaLnBrk="1" fontAlgn="auto" latinLnBrk="0" hangingPunct="1">
              <a:lnSpc>
                <a:spcPct val="150000"/>
              </a:lnSpc>
              <a:spcBef>
                <a:spcPts val="0"/>
              </a:spcBef>
              <a:spcAft>
                <a:spcPts val="0"/>
              </a:spcAft>
              <a:buClrTx/>
              <a:buSzTx/>
              <a:buFontTx/>
              <a:buNone/>
              <a:tabLst/>
              <a:defRPr/>
            </a:pPr>
            <a:r>
              <a:rPr lang="es-MX" dirty="0">
                <a:solidFill>
                  <a:prstClr val="black"/>
                </a:solidFill>
                <a:latin typeface="Arial" panose="020B0604020202020204" pitchFamily="34" charset="0"/>
                <a:cs typeface="Arial" panose="020B0604020202020204" pitchFamily="34" charset="0"/>
              </a:rPr>
              <a:t>4. La imagen demuestra el resultado de este avance.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A3E6B6F5-1A75-46E1-A9FA-E842D839A1FF}"/>
              </a:ext>
            </a:extLst>
          </p:cNvPr>
          <p:cNvPicPr>
            <a:picLocks noChangeAspect="1"/>
          </p:cNvPicPr>
          <p:nvPr/>
        </p:nvPicPr>
        <p:blipFill rotWithShape="1">
          <a:blip r:embed="rId2"/>
          <a:srcRect l="-772" t="6057" b="5708"/>
          <a:stretch/>
        </p:blipFill>
        <p:spPr>
          <a:xfrm>
            <a:off x="6327094" y="1667436"/>
            <a:ext cx="5509543" cy="2712196"/>
          </a:xfrm>
          <a:prstGeom prst="rect">
            <a:avLst/>
          </a:prstGeom>
        </p:spPr>
      </p:pic>
    </p:spTree>
    <p:extLst>
      <p:ext uri="{BB962C8B-B14F-4D97-AF65-F5344CB8AC3E}">
        <p14:creationId xmlns:p14="http://schemas.microsoft.com/office/powerpoint/2010/main" val="396141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E5D8D329-2B55-492E-972F-6BDE8862D375}"/>
              </a:ext>
            </a:extLst>
          </p:cNvPr>
          <p:cNvSpPr txBox="1"/>
          <p:nvPr/>
        </p:nvSpPr>
        <p:spPr>
          <a:xfrm>
            <a:off x="1690407" y="809401"/>
            <a:ext cx="8811185" cy="6273512"/>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Conclusión</a:t>
            </a: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r>
              <a:rPr lang="es-MX" dirty="0">
                <a:latin typeface="Arial" panose="020B0604020202020204" pitchFamily="34" charset="0"/>
                <a:cs typeface="Arial" panose="020B0604020202020204" pitchFamily="34" charset="0"/>
              </a:rPr>
              <a:t>La realización de estos ejercicios permitió aplicar conceptos del desarrollo web, a través de la elaboración de este módulo de solicitudes, se logró observar la importancia de una arquitectura bien definida y la comunicación entre el cliente y el servidor.</a:t>
            </a:r>
          </a:p>
          <a:p>
            <a:pPr algn="just">
              <a:lnSpc>
                <a:spcPct val="150000"/>
              </a:lnSpc>
            </a:pPr>
            <a:r>
              <a:rPr lang="es-MX" dirty="0">
                <a:latin typeface="Arial" panose="020B0604020202020204" pitchFamily="34" charset="0"/>
                <a:cs typeface="Arial" panose="020B0604020202020204" pitchFamily="34" charset="0"/>
              </a:rPr>
              <a:t>El desarrollo en Angular facilitó la comprensión sobre cómo navegar en las diferentes páginas y cómo manipular el estado de la interfaz, por otra parte, utilizar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contribuyó a una correcta inserción de registros, de esta manera se logró completar el tercer avance de este proyecto.</a:t>
            </a:r>
            <a:endParaRPr lang="es-ES" dirty="0">
              <a:solidFill>
                <a:prstClr val="black"/>
              </a:solidFill>
              <a:latin typeface="Arial" panose="020B0604020202020204" pitchFamily="34" charset="0"/>
              <a:cs typeface="Arial" panose="020B0604020202020204" pitchFamily="34" charset="0"/>
            </a:endParaRPr>
          </a:p>
          <a:p>
            <a:pPr algn="just">
              <a:lnSpc>
                <a:spcPct val="150000"/>
              </a:lnSpc>
            </a:pPr>
            <a:endParaRPr kumimoji="0" lang="es-ES" sz="18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2663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E5D8D329-2B55-492E-972F-6BDE8862D375}"/>
              </a:ext>
            </a:extLst>
          </p:cNvPr>
          <p:cNvSpPr txBox="1"/>
          <p:nvPr/>
        </p:nvSpPr>
        <p:spPr>
          <a:xfrm>
            <a:off x="1690407" y="809401"/>
            <a:ext cx="8811185" cy="5027017"/>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Fuentes de información</a:t>
            </a: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r>
              <a:rPr lang="es-MX" dirty="0">
                <a:latin typeface="Arial" panose="020B0604020202020204" pitchFamily="34" charset="0"/>
                <a:cs typeface="Arial" panose="020B0604020202020204" pitchFamily="34" charset="0"/>
              </a:rPr>
              <a:t>La presente práctica se llevó a cabo siguiendo las indicaciones del catedrático</a:t>
            </a:r>
            <a:r>
              <a:rPr kumimoji="0" lang="es-ES" sz="1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 además de utilizar l</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os conocimientos adquiridos durante la asignatura Tópicos de Programación Web  impartida en el periodo enero-junio de 2026.</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algn="just">
              <a:lnSpc>
                <a:spcPct val="150000"/>
              </a:lnSpc>
            </a:pPr>
            <a:endParaRPr lang="es-ES" dirty="0">
              <a:solidFill>
                <a:prstClr val="black"/>
              </a:solidFill>
              <a:latin typeface="Arial" panose="020B0604020202020204" pitchFamily="34" charset="0"/>
              <a:cs typeface="Arial" panose="020B0604020202020204" pitchFamily="34" charset="0"/>
            </a:endParaRPr>
          </a:p>
          <a:p>
            <a:pPr algn="just">
              <a:lnSpc>
                <a:spcPct val="150000"/>
              </a:lnSpc>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9044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E5D8D329-2B55-492E-972F-6BDE8862D375}"/>
              </a:ext>
            </a:extLst>
          </p:cNvPr>
          <p:cNvSpPr txBox="1"/>
          <p:nvPr/>
        </p:nvSpPr>
        <p:spPr>
          <a:xfrm>
            <a:off x="1864579" y="1056144"/>
            <a:ext cx="8811185" cy="2949525"/>
          </a:xfrm>
          <a:prstGeom prst="rect">
            <a:avLst/>
          </a:prstGeom>
          <a:noFill/>
        </p:spPr>
        <p:txBody>
          <a:bodyPr wrap="square">
            <a:spAutoFit/>
          </a:bodyPr>
          <a:lstStyle/>
          <a:p>
            <a:pPr algn="just">
              <a:lnSpc>
                <a:spcPct val="150000"/>
              </a:lnSpc>
            </a:pPr>
            <a:r>
              <a:rPr kumimoji="0" lang="es-ES"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Enlace a Git: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https://github.com/yoselinescobedolopez/Programacion_web.git</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s-ES" dirty="0">
              <a:solidFill>
                <a:prstClr val="black"/>
              </a:solidFill>
              <a:latin typeface="Arial" panose="020B0604020202020204" pitchFamily="34" charset="0"/>
              <a:cs typeface="Arial" panose="020B0604020202020204" pitchFamily="34" charset="0"/>
            </a:endParaRPr>
          </a:p>
          <a:p>
            <a:pPr algn="just">
              <a:lnSpc>
                <a:spcPct val="150000"/>
              </a:lnSpc>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17520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841</Words>
  <Application>Microsoft Office PowerPoint</Application>
  <PresentationFormat>Panorámica</PresentationFormat>
  <Paragraphs>111</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14</vt:i4>
      </vt:variant>
    </vt:vector>
  </HeadingPairs>
  <TitlesOfParts>
    <vt:vector size="20" baseType="lpstr">
      <vt:lpstr>Arial</vt:lpstr>
      <vt:lpstr>Calibri</vt:lpstr>
      <vt:lpstr>Calibri Light</vt:lpstr>
      <vt:lpstr>Century Gothic</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10</cp:revision>
  <dcterms:created xsi:type="dcterms:W3CDTF">2026-05-31T20:51:09Z</dcterms:created>
  <dcterms:modified xsi:type="dcterms:W3CDTF">2026-06-01T03:53:07Z</dcterms:modified>
</cp:coreProperties>
</file>